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  <p:sldMasterId id="2147483763" r:id="rId5"/>
  </p:sldMasterIdLst>
  <p:notesMasterIdLst>
    <p:notesMasterId r:id="rId21"/>
  </p:notesMasterIdLst>
  <p:sldIdLst>
    <p:sldId id="1262" r:id="rId6"/>
    <p:sldId id="266" r:id="rId7"/>
    <p:sldId id="434" r:id="rId8"/>
    <p:sldId id="2145707755" r:id="rId9"/>
    <p:sldId id="2145707751" r:id="rId10"/>
    <p:sldId id="2145707761" r:id="rId11"/>
    <p:sldId id="2145707752" r:id="rId12"/>
    <p:sldId id="2145707758" r:id="rId13"/>
    <p:sldId id="2145707757" r:id="rId14"/>
    <p:sldId id="2145707753" r:id="rId15"/>
    <p:sldId id="2145707754" r:id="rId16"/>
    <p:sldId id="2145707760" r:id="rId17"/>
    <p:sldId id="2145707759" r:id="rId18"/>
    <p:sldId id="2145707756" r:id="rId19"/>
    <p:sldId id="3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F0"/>
    <a:srgbClr val="00EB81"/>
    <a:srgbClr val="969696"/>
    <a:srgbClr val="00B8FF"/>
    <a:srgbClr val="FFFFFF"/>
    <a:srgbClr val="E6DCFF"/>
    <a:srgbClr val="DCAFFF"/>
    <a:srgbClr val="FF50A0"/>
    <a:srgbClr val="FF3246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0CC064-4B21-49F0-BC9A-B3FB323A0566}" v="8" dt="2026-09-10T20:05:01.641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yl Price" userId="S::dprice@gswell.com::5a60e543-86a4-46e7-af8b-528153fbdb7f" providerId="AD" clId="Web-{3224827E-8163-042A-1088-E14DEF38028D}"/>
    <pc:docChg chg="modSld">
      <pc:chgData name="Darryl Price" userId="S::dprice@gswell.com::5a60e543-86a4-46e7-af8b-528153fbdb7f" providerId="AD" clId="Web-{3224827E-8163-042A-1088-E14DEF38028D}" dt="2026-08-26T19:20:43.295" v="0"/>
      <pc:docMkLst>
        <pc:docMk/>
      </pc:docMkLst>
      <pc:sldChg chg="addSp modSp">
        <pc:chgData name="Darryl Price" userId="S::dprice@gswell.com::5a60e543-86a4-46e7-af8b-528153fbdb7f" providerId="AD" clId="Web-{3224827E-8163-042A-1088-E14DEF38028D}" dt="2026-08-26T19:20:43.295" v="0"/>
        <pc:sldMkLst>
          <pc:docMk/>
          <pc:sldMk cId="1350299923" sldId="2145707752"/>
        </pc:sldMkLst>
        <pc:graphicFrameChg chg="mod topLvl modGraphic">
          <ac:chgData name="Darryl Price" userId="S::dprice@gswell.com::5a60e543-86a4-46e7-af8b-528153fbdb7f" providerId="AD" clId="Web-{3224827E-8163-042A-1088-E14DEF38028D}" dt="2026-08-26T19:20:43.295" v="0"/>
          <ac:graphicFrameMkLst>
            <pc:docMk/>
            <pc:sldMk cId="1350299923" sldId="2145707752"/>
            <ac:graphicFrameMk id="3" creationId="{3FBAD994-88AE-6371-B62A-C182148A18CA}"/>
          </ac:graphicFrameMkLst>
        </pc:graphicFrameChg>
      </pc:sldChg>
    </pc:docChg>
  </pc:docChgLst>
  <pc:docChgLst>
    <pc:chgData name="Daniel Ware" userId="S::dware@gswell.com::1a6a4bc9-99b1-4692-9b2c-6e82a442ba98" providerId="AD" clId="Web-{9AFED726-E13E-1C80-963D-FF36B30B959B}"/>
    <pc:docChg chg="addSld modSld">
      <pc:chgData name="Daniel Ware" userId="S::dware@gswell.com::1a6a4bc9-99b1-4692-9b2c-6e82a442ba98" providerId="AD" clId="Web-{9AFED726-E13E-1C80-963D-FF36B30B959B}" dt="2026-08-12T20:39:34.724" v="80"/>
      <pc:docMkLst>
        <pc:docMk/>
      </pc:docMkLst>
      <pc:sldChg chg="addSp delSp modSp">
        <pc:chgData name="Daniel Ware" userId="S::dware@gswell.com::1a6a4bc9-99b1-4692-9b2c-6e82a442ba98" providerId="AD" clId="Web-{9AFED726-E13E-1C80-963D-FF36B30B959B}" dt="2026-08-12T20:39:34.724" v="80"/>
        <pc:sldMkLst>
          <pc:docMk/>
          <pc:sldMk cId="1350299923" sldId="2145707752"/>
        </pc:sldMkLst>
        <pc:spChg chg="mod">
          <ac:chgData name="Daniel Ware" userId="S::dware@gswell.com::1a6a4bc9-99b1-4692-9b2c-6e82a442ba98" providerId="AD" clId="Web-{9AFED726-E13E-1C80-963D-FF36B30B959B}" dt="2026-08-12T20:37:49.803" v="68" actId="20577"/>
          <ac:spMkLst>
            <pc:docMk/>
            <pc:sldMk cId="1350299923" sldId="2145707752"/>
            <ac:spMk id="2" creationId="{F7E826C8-517F-7447-746A-FB173CE65049}"/>
          </ac:spMkLst>
        </pc:spChg>
      </pc:sldChg>
      <pc:sldChg chg="addSp delSp modSp">
        <pc:chgData name="Daniel Ware" userId="S::dware@gswell.com::1a6a4bc9-99b1-4692-9b2c-6e82a442ba98" providerId="AD" clId="Web-{9AFED726-E13E-1C80-963D-FF36B30B959B}" dt="2026-08-12T20:14:57.600" v="2"/>
        <pc:sldMkLst>
          <pc:docMk/>
          <pc:sldMk cId="301274772" sldId="2145707754"/>
        </pc:sldMkLst>
      </pc:sldChg>
      <pc:sldChg chg="addSp modSp">
        <pc:chgData name="Daniel Ware" userId="S::dware@gswell.com::1a6a4bc9-99b1-4692-9b2c-6e82a442ba98" providerId="AD" clId="Web-{9AFED726-E13E-1C80-963D-FF36B30B959B}" dt="2026-08-12T20:18:50.254" v="32" actId="1076"/>
        <pc:sldMkLst>
          <pc:docMk/>
          <pc:sldMk cId="2905788456" sldId="2145707755"/>
        </pc:sldMkLst>
        <pc:cxnChg chg="add mod">
          <ac:chgData name="Daniel Ware" userId="S::dware@gswell.com::1a6a4bc9-99b1-4692-9b2c-6e82a442ba98" providerId="AD" clId="Web-{9AFED726-E13E-1C80-963D-FF36B30B959B}" dt="2026-08-12T20:18:50.254" v="32" actId="1076"/>
          <ac:cxnSpMkLst>
            <pc:docMk/>
            <pc:sldMk cId="2905788456" sldId="2145707755"/>
            <ac:cxnSpMk id="3" creationId="{226798DB-15CA-0048-6268-174C2292172B}"/>
          </ac:cxnSpMkLst>
        </pc:cxnChg>
      </pc:sldChg>
      <pc:sldChg chg="addSp delSp modSp add replId">
        <pc:chgData name="Daniel Ware" userId="S::dware@gswell.com::1a6a4bc9-99b1-4692-9b2c-6e82a442ba98" providerId="AD" clId="Web-{9AFED726-E13E-1C80-963D-FF36B30B959B}" dt="2026-08-12T20:20:12.581" v="38" actId="20577"/>
        <pc:sldMkLst>
          <pc:docMk/>
          <pc:sldMk cId="4193901533" sldId="2145707756"/>
        </pc:sldMkLst>
        <pc:spChg chg="mod">
          <ac:chgData name="Daniel Ware" userId="S::dware@gswell.com::1a6a4bc9-99b1-4692-9b2c-6e82a442ba98" providerId="AD" clId="Web-{9AFED726-E13E-1C80-963D-FF36B30B959B}" dt="2026-08-12T20:20:12.581" v="38" actId="20577"/>
          <ac:spMkLst>
            <pc:docMk/>
            <pc:sldMk cId="4193901533" sldId="2145707756"/>
            <ac:spMk id="2" creationId="{D2F9F0C5-53BA-E12E-6BB8-081ED55B96AB}"/>
          </ac:spMkLst>
        </pc:spChg>
      </pc:sldChg>
      <pc:sldChg chg="add replId">
        <pc:chgData name="Daniel Ware" userId="S::dware@gswell.com::1a6a4bc9-99b1-4692-9b2c-6e82a442ba98" providerId="AD" clId="Web-{9AFED726-E13E-1C80-963D-FF36B30B959B}" dt="2026-08-12T20:37:27.210" v="39"/>
        <pc:sldMkLst>
          <pc:docMk/>
          <pc:sldMk cId="1995926455" sldId="2145707757"/>
        </pc:sldMkLst>
      </pc:sldChg>
    </pc:docChg>
  </pc:docChgLst>
  <pc:docChgLst>
    <pc:chgData name="Darryl Price" userId="S::dprice@gswell.com::5a60e543-86a4-46e7-af8b-528153fbdb7f" providerId="AD" clId="Web-{62DA6AFE-0703-3767-BAD2-0BECD45ADA93}"/>
    <pc:docChg chg="addSld delSld modSld">
      <pc:chgData name="Darryl Price" userId="S::dprice@gswell.com::5a60e543-86a4-46e7-af8b-528153fbdb7f" providerId="AD" clId="Web-{62DA6AFE-0703-3767-BAD2-0BECD45ADA93}" dt="2026-08-26T19:09:09.581" v="390"/>
      <pc:docMkLst>
        <pc:docMk/>
      </pc:docMkLst>
      <pc:sldChg chg="modSp">
        <pc:chgData name="Darryl Price" userId="S::dprice@gswell.com::5a60e543-86a4-46e7-af8b-528153fbdb7f" providerId="AD" clId="Web-{62DA6AFE-0703-3767-BAD2-0BECD45ADA93}" dt="2026-08-26T18:38:26.772" v="48" actId="20577"/>
        <pc:sldMkLst>
          <pc:docMk/>
          <pc:sldMk cId="1671372882" sldId="266"/>
        </pc:sldMkLst>
        <pc:spChg chg="mod">
          <ac:chgData name="Darryl Price" userId="S::dprice@gswell.com::5a60e543-86a4-46e7-af8b-528153fbdb7f" providerId="AD" clId="Web-{62DA6AFE-0703-3767-BAD2-0BECD45ADA93}" dt="2026-08-26T18:36:48.554" v="32" actId="20577"/>
          <ac:spMkLst>
            <pc:docMk/>
            <pc:sldMk cId="1671372882" sldId="266"/>
            <ac:spMk id="5" creationId="{CE422875-EDAA-48FF-A282-26952DB0C58F}"/>
          </ac:spMkLst>
        </pc:spChg>
        <pc:spChg chg="mod">
          <ac:chgData name="Darryl Price" userId="S::dprice@gswell.com::5a60e543-86a4-46e7-af8b-528153fbdb7f" providerId="AD" clId="Web-{62DA6AFE-0703-3767-BAD2-0BECD45ADA93}" dt="2026-08-26T18:38:04.428" v="37" actId="20577"/>
          <ac:spMkLst>
            <pc:docMk/>
            <pc:sldMk cId="1671372882" sldId="266"/>
            <ac:spMk id="6" creationId="{75C65787-9125-4790-B3F2-CF1B59158F48}"/>
          </ac:spMkLst>
        </pc:spChg>
        <pc:spChg chg="mod">
          <ac:chgData name="Darryl Price" userId="S::dprice@gswell.com::5a60e543-86a4-46e7-af8b-528153fbdb7f" providerId="AD" clId="Web-{62DA6AFE-0703-3767-BAD2-0BECD45ADA93}" dt="2026-08-26T18:38:10.069" v="39" actId="20577"/>
          <ac:spMkLst>
            <pc:docMk/>
            <pc:sldMk cId="1671372882" sldId="266"/>
            <ac:spMk id="7" creationId="{91845080-64D9-4192-98A6-69D53C705628}"/>
          </ac:spMkLst>
        </pc:spChg>
        <pc:spChg chg="mod">
          <ac:chgData name="Darryl Price" userId="S::dprice@gswell.com::5a60e543-86a4-46e7-af8b-528153fbdb7f" providerId="AD" clId="Web-{62DA6AFE-0703-3767-BAD2-0BECD45ADA93}" dt="2026-08-26T18:38:16.163" v="42" actId="20577"/>
          <ac:spMkLst>
            <pc:docMk/>
            <pc:sldMk cId="1671372882" sldId="266"/>
            <ac:spMk id="8" creationId="{500B9542-3140-4DAC-81AA-3DECE8BBA013}"/>
          </ac:spMkLst>
        </pc:spChg>
        <pc:spChg chg="mod">
          <ac:chgData name="Darryl Price" userId="S::dprice@gswell.com::5a60e543-86a4-46e7-af8b-528153fbdb7f" providerId="AD" clId="Web-{62DA6AFE-0703-3767-BAD2-0BECD45ADA93}" dt="2026-08-26T18:38:21.741" v="45" actId="20577"/>
          <ac:spMkLst>
            <pc:docMk/>
            <pc:sldMk cId="1671372882" sldId="266"/>
            <ac:spMk id="23" creationId="{E9CAA36C-0783-3CDD-E8EE-9A00D24BDA81}"/>
          </ac:spMkLst>
        </pc:spChg>
        <pc:spChg chg="mod">
          <ac:chgData name="Darryl Price" userId="S::dprice@gswell.com::5a60e543-86a4-46e7-af8b-528153fbdb7f" providerId="AD" clId="Web-{62DA6AFE-0703-3767-BAD2-0BECD45ADA93}" dt="2026-08-26T18:38:26.772" v="48" actId="20577"/>
          <ac:spMkLst>
            <pc:docMk/>
            <pc:sldMk cId="1671372882" sldId="266"/>
            <ac:spMk id="27" creationId="{E853EA43-3A83-231E-86AB-B060F63D38EE}"/>
          </ac:spMkLst>
        </pc:spChg>
        <pc:spChg chg="mod">
          <ac:chgData name="Darryl Price" userId="S::dprice@gswell.com::5a60e543-86a4-46e7-af8b-528153fbdb7f" providerId="AD" clId="Web-{62DA6AFE-0703-3767-BAD2-0BECD45ADA93}" dt="2026-08-26T18:38:24.303" v="47" actId="20577"/>
          <ac:spMkLst>
            <pc:docMk/>
            <pc:sldMk cId="1671372882" sldId="266"/>
            <ac:spMk id="31" creationId="{3F1F86E9-D0A2-48A1-0611-A97CD51126D2}"/>
          </ac:spMkLst>
        </pc:spChg>
      </pc:sldChg>
      <pc:sldChg chg="modSp">
        <pc:chgData name="Darryl Price" userId="S::dprice@gswell.com::5a60e543-86a4-46e7-af8b-528153fbdb7f" providerId="AD" clId="Web-{62DA6AFE-0703-3767-BAD2-0BECD45ADA93}" dt="2026-08-26T18:35:50.725" v="3" actId="20577"/>
        <pc:sldMkLst>
          <pc:docMk/>
          <pc:sldMk cId="3159335140" sldId="1262"/>
        </pc:sldMkLst>
        <pc:spChg chg="mod">
          <ac:chgData name="Darryl Price" userId="S::dprice@gswell.com::5a60e543-86a4-46e7-af8b-528153fbdb7f" providerId="AD" clId="Web-{62DA6AFE-0703-3767-BAD2-0BECD45ADA93}" dt="2026-08-26T18:35:46.663" v="2" actId="20577"/>
          <ac:spMkLst>
            <pc:docMk/>
            <pc:sldMk cId="3159335140" sldId="1262"/>
            <ac:spMk id="2" creationId="{05226739-177D-79C6-B1D4-AB288B0CEE39}"/>
          </ac:spMkLst>
        </pc:spChg>
        <pc:spChg chg="mod">
          <ac:chgData name="Darryl Price" userId="S::dprice@gswell.com::5a60e543-86a4-46e7-af8b-528153fbdb7f" providerId="AD" clId="Web-{62DA6AFE-0703-3767-BAD2-0BECD45ADA93}" dt="2026-08-26T18:35:50.725" v="3" actId="20577"/>
          <ac:spMkLst>
            <pc:docMk/>
            <pc:sldMk cId="3159335140" sldId="1262"/>
            <ac:spMk id="3" creationId="{3F65F67E-E71F-23B0-CB27-9CEA5836F9E8}"/>
          </ac:spMkLst>
        </pc:spChg>
      </pc:sldChg>
      <pc:sldChg chg="addSp delSp modSp">
        <pc:chgData name="Darryl Price" userId="S::dprice@gswell.com::5a60e543-86a4-46e7-af8b-528153fbdb7f" providerId="AD" clId="Web-{62DA6AFE-0703-3767-BAD2-0BECD45ADA93}" dt="2026-08-26T19:09:09.581" v="390"/>
        <pc:sldMkLst>
          <pc:docMk/>
          <pc:sldMk cId="1350299923" sldId="2145707752"/>
        </pc:sldMkLst>
        <pc:graphicFrameChg chg="add mod topLvl modGraphic">
          <ac:chgData name="Darryl Price" userId="S::dprice@gswell.com::5a60e543-86a4-46e7-af8b-528153fbdb7f" providerId="AD" clId="Web-{62DA6AFE-0703-3767-BAD2-0BECD45ADA93}" dt="2026-08-26T19:09:09.581" v="390"/>
          <ac:graphicFrameMkLst>
            <pc:docMk/>
            <pc:sldMk cId="1350299923" sldId="2145707752"/>
            <ac:graphicFrameMk id="3" creationId="{3FBAD994-88AE-6371-B62A-C182148A18CA}"/>
          </ac:graphicFrameMkLst>
        </pc:graphicFrameChg>
      </pc:sldChg>
      <pc:sldChg chg="addSp modSp">
        <pc:chgData name="Darryl Price" userId="S::dprice@gswell.com::5a60e543-86a4-46e7-af8b-528153fbdb7f" providerId="AD" clId="Web-{62DA6AFE-0703-3767-BAD2-0BECD45ADA93}" dt="2026-08-26T19:04:20.441" v="380" actId="1076"/>
        <pc:sldMkLst>
          <pc:docMk/>
          <pc:sldMk cId="1078579850" sldId="2145707753"/>
        </pc:sldMkLst>
        <pc:spChg chg="mod">
          <ac:chgData name="Darryl Price" userId="S::dprice@gswell.com::5a60e543-86a4-46e7-af8b-528153fbdb7f" providerId="AD" clId="Web-{62DA6AFE-0703-3767-BAD2-0BECD45ADA93}" dt="2026-08-26T19:04:20.441" v="380" actId="1076"/>
          <ac:spMkLst>
            <pc:docMk/>
            <pc:sldMk cId="1078579850" sldId="2145707753"/>
            <ac:spMk id="3" creationId="{B1AEA261-DECF-B7D5-37FB-60440DC7BA9D}"/>
          </ac:spMkLst>
        </pc:spChg>
        <pc:spChg chg="mod">
          <ac:chgData name="Darryl Price" userId="S::dprice@gswell.com::5a60e543-86a4-46e7-af8b-528153fbdb7f" providerId="AD" clId="Web-{62DA6AFE-0703-3767-BAD2-0BECD45ADA93}" dt="2026-08-26T19:03:59.988" v="375" actId="1076"/>
          <ac:spMkLst>
            <pc:docMk/>
            <pc:sldMk cId="1078579850" sldId="2145707753"/>
            <ac:spMk id="4" creationId="{45DE8FBC-A066-BB56-8BE1-71F2E0055BBB}"/>
          </ac:spMkLst>
        </pc:spChg>
        <pc:spChg chg="add mod">
          <ac:chgData name="Darryl Price" userId="S::dprice@gswell.com::5a60e543-86a4-46e7-af8b-528153fbdb7f" providerId="AD" clId="Web-{62DA6AFE-0703-3767-BAD2-0BECD45ADA93}" dt="2026-08-26T19:04:05.769" v="377" actId="1076"/>
          <ac:spMkLst>
            <pc:docMk/>
            <pc:sldMk cId="1078579850" sldId="2145707753"/>
            <ac:spMk id="6" creationId="{37235630-F32E-9200-5273-8D54381134B2}"/>
          </ac:spMkLst>
        </pc:spChg>
        <pc:picChg chg="mod">
          <ac:chgData name="Darryl Price" userId="S::dprice@gswell.com::5a60e543-86a4-46e7-af8b-528153fbdb7f" providerId="AD" clId="Web-{62DA6AFE-0703-3767-BAD2-0BECD45ADA93}" dt="2026-08-26T19:04:09.050" v="378" actId="1076"/>
          <ac:picMkLst>
            <pc:docMk/>
            <pc:sldMk cId="1078579850" sldId="2145707753"/>
            <ac:picMk id="7" creationId="{17252478-C66B-D2C2-9D5B-C274EF275EC1}"/>
          </ac:picMkLst>
        </pc:picChg>
        <pc:picChg chg="mod">
          <ac:chgData name="Darryl Price" userId="S::dprice@gswell.com::5a60e543-86a4-46e7-af8b-528153fbdb7f" providerId="AD" clId="Web-{62DA6AFE-0703-3767-BAD2-0BECD45ADA93}" dt="2026-08-26T19:04:11.863" v="379" actId="1076"/>
          <ac:picMkLst>
            <pc:docMk/>
            <pc:sldMk cId="1078579850" sldId="2145707753"/>
            <ac:picMk id="8" creationId="{EB9CA755-468E-A8CD-2ACE-68056BFAE6E3}"/>
          </ac:picMkLst>
        </pc:picChg>
        <pc:picChg chg="add mod">
          <ac:chgData name="Darryl Price" userId="S::dprice@gswell.com::5a60e543-86a4-46e7-af8b-528153fbdb7f" providerId="AD" clId="Web-{62DA6AFE-0703-3767-BAD2-0BECD45ADA93}" dt="2026-08-26T19:04:02.597" v="376" actId="1076"/>
          <ac:picMkLst>
            <pc:docMk/>
            <pc:sldMk cId="1078579850" sldId="2145707753"/>
            <ac:picMk id="9" creationId="{8E9B02C6-F73B-AD8D-ED6B-1B9119C0605F}"/>
          </ac:picMkLst>
        </pc:picChg>
      </pc:sldChg>
      <pc:sldChg chg="modSp">
        <pc:chgData name="Darryl Price" userId="S::dprice@gswell.com::5a60e543-86a4-46e7-af8b-528153fbdb7f" providerId="AD" clId="Web-{62DA6AFE-0703-3767-BAD2-0BECD45ADA93}" dt="2026-08-26T18:45:44.162" v="292" actId="20577"/>
        <pc:sldMkLst>
          <pc:docMk/>
          <pc:sldMk cId="301274772" sldId="2145707754"/>
        </pc:sldMkLst>
        <pc:spChg chg="mod">
          <ac:chgData name="Darryl Price" userId="S::dprice@gswell.com::5a60e543-86a4-46e7-af8b-528153fbdb7f" providerId="AD" clId="Web-{62DA6AFE-0703-3767-BAD2-0BECD45ADA93}" dt="2026-08-26T18:45:44.162" v="292" actId="20577"/>
          <ac:spMkLst>
            <pc:docMk/>
            <pc:sldMk cId="301274772" sldId="2145707754"/>
            <ac:spMk id="2" creationId="{62437C5E-FFB5-EC34-C58D-E771AB6EC7F7}"/>
          </ac:spMkLst>
        </pc:spChg>
        <pc:graphicFrameChg chg="mod modGraphic">
          <ac:chgData name="Darryl Price" userId="S::dprice@gswell.com::5a60e543-86a4-46e7-af8b-528153fbdb7f" providerId="AD" clId="Web-{62DA6AFE-0703-3767-BAD2-0BECD45ADA93}" dt="2026-08-26T18:45:31.912" v="291"/>
          <ac:graphicFrameMkLst>
            <pc:docMk/>
            <pc:sldMk cId="301274772" sldId="2145707754"/>
            <ac:graphicFrameMk id="4" creationId="{C8A75358-47D7-CCFE-4C03-89A719649512}"/>
          </ac:graphicFrameMkLst>
        </pc:graphicFrameChg>
      </pc:sldChg>
      <pc:sldChg chg="modSp">
        <pc:chgData name="Darryl Price" userId="S::dprice@gswell.com::5a60e543-86a4-46e7-af8b-528153fbdb7f" providerId="AD" clId="Web-{62DA6AFE-0703-3767-BAD2-0BECD45ADA93}" dt="2026-08-26T18:37:19.288" v="33" actId="1076"/>
        <pc:sldMkLst>
          <pc:docMk/>
          <pc:sldMk cId="2905788456" sldId="2145707755"/>
        </pc:sldMkLst>
        <pc:cxnChg chg="mod">
          <ac:chgData name="Darryl Price" userId="S::dprice@gswell.com::5a60e543-86a4-46e7-af8b-528153fbdb7f" providerId="AD" clId="Web-{62DA6AFE-0703-3767-BAD2-0BECD45ADA93}" dt="2026-08-26T18:37:19.288" v="33" actId="1076"/>
          <ac:cxnSpMkLst>
            <pc:docMk/>
            <pc:sldMk cId="2905788456" sldId="2145707755"/>
            <ac:cxnSpMk id="3" creationId="{226798DB-15CA-0048-6268-174C2292172B}"/>
          </ac:cxnSpMkLst>
        </pc:cxnChg>
      </pc:sldChg>
      <pc:sldChg chg="delSp modSp">
        <pc:chgData name="Darryl Price" userId="S::dprice@gswell.com::5a60e543-86a4-46e7-af8b-528153fbdb7f" providerId="AD" clId="Web-{62DA6AFE-0703-3767-BAD2-0BECD45ADA93}" dt="2026-08-26T18:56:32.629" v="348" actId="20577"/>
        <pc:sldMkLst>
          <pc:docMk/>
          <pc:sldMk cId="4193901533" sldId="2145707756"/>
        </pc:sldMkLst>
        <pc:spChg chg="mod">
          <ac:chgData name="Darryl Price" userId="S::dprice@gswell.com::5a60e543-86a4-46e7-af8b-528153fbdb7f" providerId="AD" clId="Web-{62DA6AFE-0703-3767-BAD2-0BECD45ADA93}" dt="2026-08-26T18:56:24.379" v="337" actId="20577"/>
          <ac:spMkLst>
            <pc:docMk/>
            <pc:sldMk cId="4193901533" sldId="2145707756"/>
            <ac:spMk id="2" creationId="{D2F9F0C5-53BA-E12E-6BB8-081ED55B96AB}"/>
          </ac:spMkLst>
        </pc:spChg>
      </pc:sldChg>
      <pc:sldChg chg="modSp add replId">
        <pc:chgData name="Darryl Price" userId="S::dprice@gswell.com::5a60e543-86a4-46e7-af8b-528153fbdb7f" providerId="AD" clId="Web-{62DA6AFE-0703-3767-BAD2-0BECD45ADA93}" dt="2026-08-26T18:46:47.380" v="301"/>
        <pc:sldMkLst>
          <pc:docMk/>
          <pc:sldMk cId="4012457231" sldId="2145707760"/>
        </pc:sldMkLst>
        <pc:spChg chg="mod">
          <ac:chgData name="Darryl Price" userId="S::dprice@gswell.com::5a60e543-86a4-46e7-af8b-528153fbdb7f" providerId="AD" clId="Web-{62DA6AFE-0703-3767-BAD2-0BECD45ADA93}" dt="2026-08-26T18:45:48.724" v="299" actId="20577"/>
          <ac:spMkLst>
            <pc:docMk/>
            <pc:sldMk cId="4012457231" sldId="2145707760"/>
            <ac:spMk id="2" creationId="{C161F21A-93D7-2B30-489C-F1DB5C26C1EB}"/>
          </ac:spMkLst>
        </pc:spChg>
        <pc:graphicFrameChg chg="mod modGraphic">
          <ac:chgData name="Darryl Price" userId="S::dprice@gswell.com::5a60e543-86a4-46e7-af8b-528153fbdb7f" providerId="AD" clId="Web-{62DA6AFE-0703-3767-BAD2-0BECD45ADA93}" dt="2026-08-26T18:46:47.380" v="301"/>
          <ac:graphicFrameMkLst>
            <pc:docMk/>
            <pc:sldMk cId="4012457231" sldId="2145707760"/>
            <ac:graphicFrameMk id="4" creationId="{466EE01E-C65D-50B8-CE20-C1D301E9AB6E}"/>
          </ac:graphicFrameMkLst>
        </pc:graphicFrameChg>
      </pc:sldChg>
    </pc:docChg>
  </pc:docChgLst>
  <pc:docChgLst>
    <pc:chgData name="Darryl Price" userId="5a60e543-86a4-46e7-af8b-528153fbdb7f" providerId="ADAL" clId="{500B893F-B59A-4E2B-81E0-D900B9BE2820}"/>
    <pc:docChg chg="mod modSld">
      <pc:chgData name="Darryl Price" userId="5a60e543-86a4-46e7-af8b-528153fbdb7f" providerId="ADAL" clId="{500B893F-B59A-4E2B-81E0-D900B9BE2820}" dt="2026-08-12T20:13:40.569" v="16" actId="1076"/>
      <pc:docMkLst>
        <pc:docMk/>
      </pc:docMkLst>
      <pc:sldChg chg="addSp modSp mod">
        <pc:chgData name="Darryl Price" userId="5a60e543-86a4-46e7-af8b-528153fbdb7f" providerId="ADAL" clId="{500B893F-B59A-4E2B-81E0-D900B9BE2820}" dt="2026-08-12T20:13:40.569" v="16" actId="1076"/>
        <pc:sldMkLst>
          <pc:docMk/>
          <pc:sldMk cId="1078579850" sldId="2145707753"/>
        </pc:sldMkLst>
        <pc:spChg chg="mod">
          <ac:chgData name="Darryl Price" userId="5a60e543-86a4-46e7-af8b-528153fbdb7f" providerId="ADAL" clId="{500B893F-B59A-4E2B-81E0-D900B9BE2820}" dt="2026-08-12T20:12:43.445" v="12" actId="1076"/>
          <ac:spMkLst>
            <pc:docMk/>
            <pc:sldMk cId="1078579850" sldId="2145707753"/>
            <ac:spMk id="3" creationId="{B1AEA261-DECF-B7D5-37FB-60440DC7BA9D}"/>
          </ac:spMkLst>
        </pc:spChg>
        <pc:spChg chg="add mod">
          <ac:chgData name="Darryl Price" userId="5a60e543-86a4-46e7-af8b-528153fbdb7f" providerId="ADAL" clId="{500B893F-B59A-4E2B-81E0-D900B9BE2820}" dt="2026-08-12T20:12:46.309" v="13" actId="1076"/>
          <ac:spMkLst>
            <pc:docMk/>
            <pc:sldMk cId="1078579850" sldId="2145707753"/>
            <ac:spMk id="4" creationId="{45DE8FBC-A066-BB56-8BE1-71F2E0055BBB}"/>
          </ac:spMkLst>
        </pc:spChg>
        <pc:picChg chg="add mod">
          <ac:chgData name="Darryl Price" userId="5a60e543-86a4-46e7-af8b-528153fbdb7f" providerId="ADAL" clId="{500B893F-B59A-4E2B-81E0-D900B9BE2820}" dt="2026-08-12T20:13:40.569" v="16" actId="1076"/>
          <ac:picMkLst>
            <pc:docMk/>
            <pc:sldMk cId="1078579850" sldId="2145707753"/>
            <ac:picMk id="7" creationId="{17252478-C66B-D2C2-9D5B-C274EF275EC1}"/>
          </ac:picMkLst>
        </pc:picChg>
      </pc:sldChg>
      <pc:sldChg chg="addSp delSp modSp mod">
        <pc:chgData name="Darryl Price" userId="5a60e543-86a4-46e7-af8b-528153fbdb7f" providerId="ADAL" clId="{500B893F-B59A-4E2B-81E0-D900B9BE2820}" dt="2026-08-12T19:55:36.944" v="3" actId="14100"/>
        <pc:sldMkLst>
          <pc:docMk/>
          <pc:sldMk cId="2905788456" sldId="2145707755"/>
        </pc:sldMkLst>
      </pc:sldChg>
    </pc:docChg>
  </pc:docChgLst>
  <pc:docChgLst>
    <pc:chgData name="Daniel Ware" userId="S::dware@gswell.com::1a6a4bc9-99b1-4692-9b2c-6e82a442ba98" providerId="AD" clId="Web-{5E650E12-49E5-9AF9-8765-FF52A070D58D}"/>
    <pc:docChg chg="addSld delSld modSld sldOrd">
      <pc:chgData name="Daniel Ware" userId="S::dware@gswell.com::1a6a4bc9-99b1-4692-9b2c-6e82a442ba98" providerId="AD" clId="Web-{5E650E12-49E5-9AF9-8765-FF52A070D58D}" dt="2026-08-26T21:20:35.325" v="417" actId="14100"/>
      <pc:docMkLst>
        <pc:docMk/>
      </pc:docMkLst>
      <pc:sldChg chg="ord">
        <pc:chgData name="Daniel Ware" userId="S::dware@gswell.com::1a6a4bc9-99b1-4692-9b2c-6e82a442ba98" providerId="AD" clId="Web-{5E650E12-49E5-9AF9-8765-FF52A070D58D}" dt="2026-08-26T20:44:39.257" v="67"/>
        <pc:sldMkLst>
          <pc:docMk/>
          <pc:sldMk cId="1350299923" sldId="2145707752"/>
        </pc:sldMkLst>
      </pc:sldChg>
      <pc:sldChg chg="addSp delSp modSp">
        <pc:chgData name="Daniel Ware" userId="S::dware@gswell.com::1a6a4bc9-99b1-4692-9b2c-6e82a442ba98" providerId="AD" clId="Web-{5E650E12-49E5-9AF9-8765-FF52A070D58D}" dt="2026-08-26T21:04:45.863" v="174" actId="1076"/>
        <pc:sldMkLst>
          <pc:docMk/>
          <pc:sldMk cId="2905788456" sldId="2145707755"/>
        </pc:sldMkLst>
        <pc:spChg chg="mod">
          <ac:chgData name="Daniel Ware" userId="S::dware@gswell.com::1a6a4bc9-99b1-4692-9b2c-6e82a442ba98" providerId="AD" clId="Web-{5E650E12-49E5-9AF9-8765-FF52A070D58D}" dt="2026-08-26T20:38:32.128" v="26" actId="20577"/>
          <ac:spMkLst>
            <pc:docMk/>
            <pc:sldMk cId="2905788456" sldId="2145707755"/>
            <ac:spMk id="2" creationId="{DAD2656F-255B-8D22-3FC8-6E0079DF2887}"/>
          </ac:spMkLst>
        </pc:spChg>
        <pc:cxnChg chg="mod">
          <ac:chgData name="Daniel Ware" userId="S::dware@gswell.com::1a6a4bc9-99b1-4692-9b2c-6e82a442ba98" providerId="AD" clId="Web-{5E650E12-49E5-9AF9-8765-FF52A070D58D}" dt="2026-08-26T21:04:45.863" v="174" actId="1076"/>
          <ac:cxnSpMkLst>
            <pc:docMk/>
            <pc:sldMk cId="2905788456" sldId="2145707755"/>
            <ac:cxnSpMk id="3" creationId="{226798DB-15CA-0048-6268-174C2292172B}"/>
          </ac:cxnSpMkLst>
        </pc:cxnChg>
      </pc:sldChg>
      <pc:sldChg chg="addSp delSp modSp">
        <pc:chgData name="Daniel Ware" userId="S::dware@gswell.com::1a6a4bc9-99b1-4692-9b2c-6e82a442ba98" providerId="AD" clId="Web-{5E650E12-49E5-9AF9-8765-FF52A070D58D}" dt="2026-08-26T21:20:35.325" v="417" actId="14100"/>
        <pc:sldMkLst>
          <pc:docMk/>
          <pc:sldMk cId="4193901533" sldId="2145707756"/>
        </pc:sldMkLst>
        <pc:spChg chg="add mod">
          <ac:chgData name="Daniel Ware" userId="S::dware@gswell.com::1a6a4bc9-99b1-4692-9b2c-6e82a442ba98" providerId="AD" clId="Web-{5E650E12-49E5-9AF9-8765-FF52A070D58D}" dt="2026-08-26T21:20:35.325" v="417" actId="14100"/>
          <ac:spMkLst>
            <pc:docMk/>
            <pc:sldMk cId="4193901533" sldId="2145707756"/>
            <ac:spMk id="8" creationId="{2F4BBFF1-530C-8D73-A344-149F0DE00EEC}"/>
          </ac:spMkLst>
        </pc:spChg>
        <pc:picChg chg="add mod">
          <ac:chgData name="Daniel Ware" userId="S::dware@gswell.com::1a6a4bc9-99b1-4692-9b2c-6e82a442ba98" providerId="AD" clId="Web-{5E650E12-49E5-9AF9-8765-FF52A070D58D}" dt="2026-08-26T20:25:53.605" v="4" actId="14100"/>
          <ac:picMkLst>
            <pc:docMk/>
            <pc:sldMk cId="4193901533" sldId="2145707756"/>
            <ac:picMk id="3" creationId="{543533D0-70AF-6B58-3414-880CD4D93064}"/>
          </ac:picMkLst>
        </pc:picChg>
      </pc:sldChg>
      <pc:sldChg chg="addSp modSp add">
        <pc:chgData name="Daniel Ware" userId="S::dware@gswell.com::1a6a4bc9-99b1-4692-9b2c-6e82a442ba98" providerId="AD" clId="Web-{5E650E12-49E5-9AF9-8765-FF52A070D58D}" dt="2026-08-26T21:06:36.020" v="188" actId="20577"/>
        <pc:sldMkLst>
          <pc:docMk/>
          <pc:sldMk cId="3311275924" sldId="2145707761"/>
        </pc:sldMkLst>
        <pc:spChg chg="mod">
          <ac:chgData name="Daniel Ware" userId="S::dware@gswell.com::1a6a4bc9-99b1-4692-9b2c-6e82a442ba98" providerId="AD" clId="Web-{5E650E12-49E5-9AF9-8765-FF52A070D58D}" dt="2026-08-26T20:43:49.038" v="66" actId="20577"/>
          <ac:spMkLst>
            <pc:docMk/>
            <pc:sldMk cId="3311275924" sldId="2145707761"/>
            <ac:spMk id="2" creationId="{D2F9F0C5-53BA-E12E-6BB8-081ED55B96AB}"/>
          </ac:spMkLst>
        </pc:spChg>
        <pc:spChg chg="add mod">
          <ac:chgData name="Daniel Ware" userId="S::dware@gswell.com::1a6a4bc9-99b1-4692-9b2c-6e82a442ba98" providerId="AD" clId="Web-{5E650E12-49E5-9AF9-8765-FF52A070D58D}" dt="2026-08-26T21:05:30.207" v="179" actId="20577"/>
          <ac:spMkLst>
            <pc:docMk/>
            <pc:sldMk cId="3311275924" sldId="2145707761"/>
            <ac:spMk id="3" creationId="{20617971-FD9B-877D-3027-74C97C549D64}"/>
          </ac:spMkLst>
        </pc:spChg>
        <pc:spChg chg="mod">
          <ac:chgData name="Daniel Ware" userId="S::dware@gswell.com::1a6a4bc9-99b1-4692-9b2c-6e82a442ba98" providerId="AD" clId="Web-{5E650E12-49E5-9AF9-8765-FF52A070D58D}" dt="2026-08-26T21:06:36.020" v="188" actId="20577"/>
          <ac:spMkLst>
            <pc:docMk/>
            <pc:sldMk cId="3311275924" sldId="2145707761"/>
            <ac:spMk id="4" creationId="{FC66CF6B-8CFC-0432-CAE6-ADF1605CC658}"/>
          </ac:spMkLst>
        </pc:spChg>
      </pc:sldChg>
    </pc:docChg>
  </pc:docChgLst>
  <pc:docChgLst>
    <pc:chgData name="Darryl Price" userId="S::dprice@gswell.com::5a60e543-86a4-46e7-af8b-528153fbdb7f" providerId="AD" clId="Web-{9749B9A7-7DE1-1395-C41B-2C52C37BF9F7}"/>
    <pc:docChg chg="modSld">
      <pc:chgData name="Darryl Price" userId="S::dprice@gswell.com::5a60e543-86a4-46e7-af8b-528153fbdb7f" providerId="AD" clId="Web-{9749B9A7-7DE1-1395-C41B-2C52C37BF9F7}" dt="2026-08-26T19:19:11.131" v="4"/>
      <pc:docMkLst>
        <pc:docMk/>
      </pc:docMkLst>
      <pc:sldChg chg="addSp modSp">
        <pc:chgData name="Darryl Price" userId="S::dprice@gswell.com::5a60e543-86a4-46e7-af8b-528153fbdb7f" providerId="AD" clId="Web-{9749B9A7-7DE1-1395-C41B-2C52C37BF9F7}" dt="2026-08-26T19:19:11.131" v="4"/>
        <pc:sldMkLst>
          <pc:docMk/>
          <pc:sldMk cId="1350299923" sldId="2145707752"/>
        </pc:sldMkLst>
        <pc:graphicFrameChg chg="mod topLvl modGraphic">
          <ac:chgData name="Darryl Price" userId="S::dprice@gswell.com::5a60e543-86a4-46e7-af8b-528153fbdb7f" providerId="AD" clId="Web-{9749B9A7-7DE1-1395-C41B-2C52C37BF9F7}" dt="2026-08-26T19:19:11.131" v="4"/>
          <ac:graphicFrameMkLst>
            <pc:docMk/>
            <pc:sldMk cId="1350299923" sldId="2145707752"/>
            <ac:graphicFrameMk id="3" creationId="{3FBAD994-88AE-6371-B62A-C182148A18CA}"/>
          </ac:graphicFrameMkLst>
        </pc:graphicFrameChg>
      </pc:sldChg>
    </pc:docChg>
  </pc:docChgLst>
  <pc:docChgLst>
    <pc:chgData name="Daniel Ware" userId="1a6a4bc9-99b1-4692-9b2c-6e82a442ba98" providerId="ADAL" clId="{C9D16943-30A1-4CCD-B599-AAEBFE195E82}"/>
    <pc:docChg chg="undo custSel addSld modSld sldOrd">
      <pc:chgData name="Daniel Ware" userId="1a6a4bc9-99b1-4692-9b2c-6e82a442ba98" providerId="ADAL" clId="{C9D16943-30A1-4CCD-B599-AAEBFE195E82}" dt="2026-09-10T20:05:01.641" v="1117" actId="478"/>
      <pc:docMkLst>
        <pc:docMk/>
      </pc:docMkLst>
      <pc:sldChg chg="addSp delSp modSp add mod ord">
        <pc:chgData name="Daniel Ware" userId="1a6a4bc9-99b1-4692-9b2c-6e82a442ba98" providerId="ADAL" clId="{C9D16943-30A1-4CCD-B599-AAEBFE195E82}" dt="2026-09-02T14:16:43.254" v="604" actId="20577"/>
        <pc:sldMkLst>
          <pc:docMk/>
          <pc:sldMk cId="1435545135" sldId="434"/>
        </pc:sldMkLst>
        <pc:spChg chg="mod ord">
          <ac:chgData name="Daniel Ware" userId="1a6a4bc9-99b1-4692-9b2c-6e82a442ba98" providerId="ADAL" clId="{C9D16943-30A1-4CCD-B599-AAEBFE195E82}" dt="2026-09-02T14:16:43.254" v="604" actId="20577"/>
          <ac:spMkLst>
            <pc:docMk/>
            <pc:sldMk cId="1435545135" sldId="434"/>
            <ac:spMk id="3" creationId="{69491B77-0FBE-F09E-EE91-B45A343D81B3}"/>
          </ac:spMkLst>
        </pc:spChg>
        <pc:picChg chg="add mod">
          <ac:chgData name="Daniel Ware" userId="1a6a4bc9-99b1-4692-9b2c-6e82a442ba98" providerId="ADAL" clId="{C9D16943-30A1-4CCD-B599-AAEBFE195E82}" dt="2026-09-02T14:14:02.298" v="532" actId="1035"/>
          <ac:picMkLst>
            <pc:docMk/>
            <pc:sldMk cId="1435545135" sldId="434"/>
            <ac:picMk id="6" creationId="{5E5A7E2C-62D6-5BDD-9A2D-5BB229708ECB}"/>
          </ac:picMkLst>
        </pc:picChg>
      </pc:sldChg>
      <pc:sldChg chg="modSp add mod">
        <pc:chgData name="Daniel Ware" userId="1a6a4bc9-99b1-4692-9b2c-6e82a442ba98" providerId="ADAL" clId="{C9D16943-30A1-4CCD-B599-AAEBFE195E82}" dt="2026-09-02T14:24:34.209" v="1032" actId="6549"/>
        <pc:sldMkLst>
          <pc:docMk/>
          <pc:sldMk cId="3417391062" sldId="2145707751"/>
        </pc:sldMkLst>
        <pc:spChg chg="mod">
          <ac:chgData name="Daniel Ware" userId="1a6a4bc9-99b1-4692-9b2c-6e82a442ba98" providerId="ADAL" clId="{C9D16943-30A1-4CCD-B599-AAEBFE195E82}" dt="2026-09-02T14:22:49.619" v="942" actId="20577"/>
          <ac:spMkLst>
            <pc:docMk/>
            <pc:sldMk cId="3417391062" sldId="2145707751"/>
            <ac:spMk id="3" creationId="{E6D916B1-FC1C-7A43-DA53-3B43C61D28CE}"/>
          </ac:spMkLst>
        </pc:spChg>
        <pc:spChg chg="mod">
          <ac:chgData name="Daniel Ware" userId="1a6a4bc9-99b1-4692-9b2c-6e82a442ba98" providerId="ADAL" clId="{C9D16943-30A1-4CCD-B599-AAEBFE195E82}" dt="2026-09-02T14:24:34.209" v="1032" actId="6549"/>
          <ac:spMkLst>
            <pc:docMk/>
            <pc:sldMk cId="3417391062" sldId="2145707751"/>
            <ac:spMk id="5" creationId="{7C2D2897-AC32-0448-B59F-842EFD0C52F2}"/>
          </ac:spMkLst>
        </pc:spChg>
      </pc:sldChg>
      <pc:sldChg chg="addSp delSp modSp mod">
        <pc:chgData name="Daniel Ware" userId="1a6a4bc9-99b1-4692-9b2c-6e82a442ba98" providerId="ADAL" clId="{C9D16943-30A1-4CCD-B599-AAEBFE195E82}" dt="2026-09-10T20:05:01.641" v="1117" actId="478"/>
        <pc:sldMkLst>
          <pc:docMk/>
          <pc:sldMk cId="1350299923" sldId="2145707752"/>
        </pc:sldMkLst>
        <pc:graphicFrameChg chg="add mod">
          <ac:chgData name="Daniel Ware" userId="1a6a4bc9-99b1-4692-9b2c-6e82a442ba98" providerId="ADAL" clId="{C9D16943-30A1-4CCD-B599-AAEBFE195E82}" dt="2026-09-10T20:04:46.014" v="1114"/>
          <ac:graphicFrameMkLst>
            <pc:docMk/>
            <pc:sldMk cId="1350299923" sldId="2145707752"/>
            <ac:graphicFrameMk id="4" creationId="{E5DAFB10-173D-17EE-B8D5-D1739C67CFB4}"/>
          </ac:graphicFrameMkLst>
        </pc:graphicFrameChg>
        <pc:picChg chg="add del mod">
          <ac:chgData name="Daniel Ware" userId="1a6a4bc9-99b1-4692-9b2c-6e82a442ba98" providerId="ADAL" clId="{C9D16943-30A1-4CCD-B599-AAEBFE195E82}" dt="2026-09-10T20:05:01.641" v="1117" actId="478"/>
          <ac:picMkLst>
            <pc:docMk/>
            <pc:sldMk cId="1350299923" sldId="2145707752"/>
            <ac:picMk id="7" creationId="{7E2E7CAB-882C-F50A-2FC3-3CD08D3CD619}"/>
          </ac:picMkLst>
        </pc:picChg>
      </pc:sldChg>
      <pc:sldChg chg="addSp delSp modSp mod ord">
        <pc:chgData name="Daniel Ware" userId="1a6a4bc9-99b1-4692-9b2c-6e82a442ba98" providerId="ADAL" clId="{C9D16943-30A1-4CCD-B599-AAEBFE195E82}" dt="2026-09-02T18:15:57.810" v="1109" actId="1037"/>
        <pc:sldMkLst>
          <pc:docMk/>
          <pc:sldMk cId="2905788456" sldId="2145707755"/>
        </pc:sldMkLst>
        <pc:spChg chg="add mod">
          <ac:chgData name="Daniel Ware" userId="1a6a4bc9-99b1-4692-9b2c-6e82a442ba98" providerId="ADAL" clId="{C9D16943-30A1-4CCD-B599-AAEBFE195E82}" dt="2026-09-02T14:19:52.509" v="803" actId="20577"/>
          <ac:spMkLst>
            <pc:docMk/>
            <pc:sldMk cId="2905788456" sldId="2145707755"/>
            <ac:spMk id="10" creationId="{DFEC74CE-99F3-7ADC-6FAC-F73D342E27A7}"/>
          </ac:spMkLst>
        </pc:spChg>
        <pc:spChg chg="add mod">
          <ac:chgData name="Daniel Ware" userId="1a6a4bc9-99b1-4692-9b2c-6e82a442ba98" providerId="ADAL" clId="{C9D16943-30A1-4CCD-B599-AAEBFE195E82}" dt="2026-09-02T14:21:48.880" v="927" actId="20577"/>
          <ac:spMkLst>
            <pc:docMk/>
            <pc:sldMk cId="2905788456" sldId="2145707755"/>
            <ac:spMk id="12" creationId="{C2A117AF-450B-A5D8-FF01-FD525AB53AD1}"/>
          </ac:spMkLst>
        </pc:spChg>
        <pc:picChg chg="add mod">
          <ac:chgData name="Daniel Ware" userId="1a6a4bc9-99b1-4692-9b2c-6e82a442ba98" providerId="ADAL" clId="{C9D16943-30A1-4CCD-B599-AAEBFE195E82}" dt="2026-09-02T14:18:43.329" v="717" actId="1076"/>
          <ac:picMkLst>
            <pc:docMk/>
            <pc:sldMk cId="2905788456" sldId="2145707755"/>
            <ac:picMk id="8" creationId="{264FC237-54FA-DB87-A952-E623D0690A0C}"/>
          </ac:picMkLst>
        </pc:picChg>
        <pc:cxnChg chg="mod ord">
          <ac:chgData name="Daniel Ware" userId="1a6a4bc9-99b1-4692-9b2c-6e82a442ba98" providerId="ADAL" clId="{C9D16943-30A1-4CCD-B599-AAEBFE195E82}" dt="2026-09-02T18:15:57.810" v="1109" actId="1037"/>
          <ac:cxnSpMkLst>
            <pc:docMk/>
            <pc:sldMk cId="2905788456" sldId="2145707755"/>
            <ac:cxnSpMk id="3" creationId="{226798DB-15CA-0048-6268-174C2292172B}"/>
          </ac:cxnSpMkLst>
        </pc:cxnChg>
      </pc:sldChg>
    </pc:docChg>
  </pc:docChgLst>
  <pc:docChgLst>
    <pc:chgData name="Daniel Ware" userId="S::dware@gswell.com::1a6a4bc9-99b1-4692-9b2c-6e82a442ba98" providerId="AD" clId="Web-{679DFCD7-93A2-C919-1B21-7EBD86ACEE4F}"/>
    <pc:docChg chg="addSld modSld">
      <pc:chgData name="Daniel Ware" userId="S::dware@gswell.com::1a6a4bc9-99b1-4692-9b2c-6e82a442ba98" providerId="AD" clId="Web-{679DFCD7-93A2-C919-1B21-7EBD86ACEE4F}" dt="2026-08-12T20:43:58.728" v="4" actId="20577"/>
      <pc:docMkLst>
        <pc:docMk/>
      </pc:docMkLst>
      <pc:sldChg chg="modSp">
        <pc:chgData name="Daniel Ware" userId="S::dware@gswell.com::1a6a4bc9-99b1-4692-9b2c-6e82a442ba98" providerId="AD" clId="Web-{679DFCD7-93A2-C919-1B21-7EBD86ACEE4F}" dt="2026-08-12T20:43:41.088" v="2" actId="20577"/>
        <pc:sldMkLst>
          <pc:docMk/>
          <pc:sldMk cId="1671372882" sldId="266"/>
        </pc:sldMkLst>
        <pc:spChg chg="mod">
          <ac:chgData name="Daniel Ware" userId="S::dware@gswell.com::1a6a4bc9-99b1-4692-9b2c-6e82a442ba98" providerId="AD" clId="Web-{679DFCD7-93A2-C919-1B21-7EBD86ACEE4F}" dt="2026-08-12T20:43:41.088" v="2" actId="20577"/>
          <ac:spMkLst>
            <pc:docMk/>
            <pc:sldMk cId="1671372882" sldId="266"/>
            <ac:spMk id="6" creationId="{75C65787-9125-4790-B3F2-CF1B59158F48}"/>
          </ac:spMkLst>
        </pc:spChg>
      </pc:sldChg>
      <pc:sldChg chg="modSp add replId">
        <pc:chgData name="Daniel Ware" userId="S::dware@gswell.com::1a6a4bc9-99b1-4692-9b2c-6e82a442ba98" providerId="AD" clId="Web-{679DFCD7-93A2-C919-1B21-7EBD86ACEE4F}" dt="2026-08-12T20:43:27.322" v="1" actId="20577"/>
        <pc:sldMkLst>
          <pc:docMk/>
          <pc:sldMk cId="1281553721" sldId="2145707758"/>
        </pc:sldMkLst>
        <pc:spChg chg="mod">
          <ac:chgData name="Daniel Ware" userId="S::dware@gswell.com::1a6a4bc9-99b1-4692-9b2c-6e82a442ba98" providerId="AD" clId="Web-{679DFCD7-93A2-C919-1B21-7EBD86ACEE4F}" dt="2026-08-12T20:43:27.322" v="1" actId="20577"/>
          <ac:spMkLst>
            <pc:docMk/>
            <pc:sldMk cId="1281553721" sldId="2145707758"/>
            <ac:spMk id="2" creationId="{0D642219-B8DC-280C-1955-289F1DAF94AF}"/>
          </ac:spMkLst>
        </pc:spChg>
      </pc:sldChg>
      <pc:sldChg chg="modSp add replId">
        <pc:chgData name="Daniel Ware" userId="S::dware@gswell.com::1a6a4bc9-99b1-4692-9b2c-6e82a442ba98" providerId="AD" clId="Web-{679DFCD7-93A2-C919-1B21-7EBD86ACEE4F}" dt="2026-08-12T20:43:58.728" v="4" actId="20577"/>
        <pc:sldMkLst>
          <pc:docMk/>
          <pc:sldMk cId="4229198519" sldId="2145707759"/>
        </pc:sldMkLst>
        <pc:spChg chg="mod">
          <ac:chgData name="Daniel Ware" userId="S::dware@gswell.com::1a6a4bc9-99b1-4692-9b2c-6e82a442ba98" providerId="AD" clId="Web-{679DFCD7-93A2-C919-1B21-7EBD86ACEE4F}" dt="2026-08-12T20:43:58.728" v="4" actId="20577"/>
          <ac:spMkLst>
            <pc:docMk/>
            <pc:sldMk cId="4229198519" sldId="2145707759"/>
            <ac:spMk id="2" creationId="{EE815025-B444-27B2-D7A1-D247B7C9645E}"/>
          </ac:spMkLst>
        </pc:spChg>
      </pc:sldChg>
    </pc:docChg>
  </pc:docChgLst>
  <pc:docChgLst>
    <pc:chgData name="Daniel Ware" userId="S::dware@gswell.com::1a6a4bc9-99b1-4692-9b2c-6e82a442ba98" providerId="AD" clId="Web-{2B874ABB-EA3B-5031-753E-4F2ABD9E7AD8}"/>
    <pc:docChg chg="modSld">
      <pc:chgData name="Daniel Ware" userId="S::dware@gswell.com::1a6a4bc9-99b1-4692-9b2c-6e82a442ba98" providerId="AD" clId="Web-{2B874ABB-EA3B-5031-753E-4F2ABD9E7AD8}" dt="2026-08-27T14:07:57.656" v="9" actId="1076"/>
      <pc:docMkLst>
        <pc:docMk/>
      </pc:docMkLst>
      <pc:sldChg chg="modSp">
        <pc:chgData name="Daniel Ware" userId="S::dware@gswell.com::1a6a4bc9-99b1-4692-9b2c-6e82a442ba98" providerId="AD" clId="Web-{2B874ABB-EA3B-5031-753E-4F2ABD9E7AD8}" dt="2026-08-27T14:07:57.656" v="9" actId="1076"/>
        <pc:sldMkLst>
          <pc:docMk/>
          <pc:sldMk cId="2905788456" sldId="2145707755"/>
        </pc:sldMkLst>
        <pc:cxnChg chg="mod">
          <ac:chgData name="Daniel Ware" userId="S::dware@gswell.com::1a6a4bc9-99b1-4692-9b2c-6e82a442ba98" providerId="AD" clId="Web-{2B874ABB-EA3B-5031-753E-4F2ABD9E7AD8}" dt="2026-08-27T14:07:57.656" v="9" actId="1076"/>
          <ac:cxnSpMkLst>
            <pc:docMk/>
            <pc:sldMk cId="2905788456" sldId="2145707755"/>
            <ac:cxnSpMk id="3" creationId="{226798DB-15CA-0048-6268-174C2292172B}"/>
          </ac:cxnSpMkLst>
        </pc:cxnChg>
      </pc:sldChg>
      <pc:sldChg chg="modSp">
        <pc:chgData name="Daniel Ware" userId="S::dware@gswell.com::1a6a4bc9-99b1-4692-9b2c-6e82a442ba98" providerId="AD" clId="Web-{2B874ABB-EA3B-5031-753E-4F2ABD9E7AD8}" dt="2026-08-27T14:04:08.625" v="2" actId="20577"/>
        <pc:sldMkLst>
          <pc:docMk/>
          <pc:sldMk cId="4193901533" sldId="2145707756"/>
        </pc:sldMkLst>
        <pc:spChg chg="mod">
          <ac:chgData name="Daniel Ware" userId="S::dware@gswell.com::1a6a4bc9-99b1-4692-9b2c-6e82a442ba98" providerId="AD" clId="Web-{2B874ABB-EA3B-5031-753E-4F2ABD9E7AD8}" dt="2026-08-27T14:04:08.625" v="2" actId="20577"/>
          <ac:spMkLst>
            <pc:docMk/>
            <pc:sldMk cId="4193901533" sldId="2145707756"/>
            <ac:spMk id="8" creationId="{2F4BBFF1-530C-8D73-A344-149F0DE00EEC}"/>
          </ac:spMkLst>
        </pc:spChg>
      </pc:sldChg>
      <pc:sldChg chg="modSp">
        <pc:chgData name="Daniel Ware" userId="S::dware@gswell.com::1a6a4bc9-99b1-4692-9b2c-6e82a442ba98" providerId="AD" clId="Web-{2B874ABB-EA3B-5031-753E-4F2ABD9E7AD8}" dt="2026-08-27T13:48:04.436" v="1" actId="20577"/>
        <pc:sldMkLst>
          <pc:docMk/>
          <pc:sldMk cId="3311275924" sldId="2145707761"/>
        </pc:sldMkLst>
        <pc:spChg chg="mod">
          <ac:chgData name="Daniel Ware" userId="S::dware@gswell.com::1a6a4bc9-99b1-4692-9b2c-6e82a442ba98" providerId="AD" clId="Web-{2B874ABB-EA3B-5031-753E-4F2ABD9E7AD8}" dt="2026-08-27T13:48:04.436" v="1" actId="20577"/>
          <ac:spMkLst>
            <pc:docMk/>
            <pc:sldMk cId="3311275924" sldId="2145707761"/>
            <ac:spMk id="3" creationId="{20617971-FD9B-877D-3027-74C97C549D64}"/>
          </ac:spMkLst>
        </pc:spChg>
      </pc:sldChg>
    </pc:docChg>
  </pc:docChgLst>
  <pc:docChgLst>
    <pc:chgData name="Darryl Price" userId="S::dprice@gswell.com::5a60e543-86a4-46e7-af8b-528153fbdb7f" providerId="AD" clId="Web-{A42EEA2F-5B7A-98D2-D93D-C8BB1361A395}"/>
    <pc:docChg chg="modSld">
      <pc:chgData name="Darryl Price" userId="S::dprice@gswell.com::5a60e543-86a4-46e7-af8b-528153fbdb7f" providerId="AD" clId="Web-{A42EEA2F-5B7A-98D2-D93D-C8BB1361A395}" dt="2026-09-02T14:33:10.460" v="1" actId="20577"/>
      <pc:docMkLst>
        <pc:docMk/>
      </pc:docMkLst>
      <pc:sldChg chg="modSp">
        <pc:chgData name="Darryl Price" userId="S::dprice@gswell.com::5a60e543-86a4-46e7-af8b-528153fbdb7f" providerId="AD" clId="Web-{A42EEA2F-5B7A-98D2-D93D-C8BB1361A395}" dt="2026-09-02T14:33:10.460" v="1" actId="20577"/>
        <pc:sldMkLst>
          <pc:docMk/>
          <pc:sldMk cId="1671372882" sldId="266"/>
        </pc:sldMkLst>
        <pc:spChg chg="mod">
          <ac:chgData name="Darryl Price" userId="S::dprice@gswell.com::5a60e543-86a4-46e7-af8b-528153fbdb7f" providerId="AD" clId="Web-{A42EEA2F-5B7A-98D2-D93D-C8BB1361A395}" dt="2026-09-02T14:33:10.460" v="1" actId="20577"/>
          <ac:spMkLst>
            <pc:docMk/>
            <pc:sldMk cId="1671372882" sldId="266"/>
            <ac:spMk id="29" creationId="{8749AF36-337F-1B54-9581-E14FEBF29FF2}"/>
          </ac:spMkLst>
        </pc:spChg>
        <pc:spChg chg="mod">
          <ac:chgData name="Darryl Price" userId="S::dprice@gswell.com::5a60e543-86a4-46e7-af8b-528153fbdb7f" providerId="AD" clId="Web-{A42EEA2F-5B7A-98D2-D93D-C8BB1361A395}" dt="2026-09-02T14:33:03.163" v="0" actId="20577"/>
          <ac:spMkLst>
            <pc:docMk/>
            <pc:sldMk cId="1671372882" sldId="266"/>
            <ac:spMk id="31" creationId="{3F1F86E9-D0A2-48A1-0611-A97CD51126D2}"/>
          </ac:spMkLst>
        </pc:spChg>
      </pc:sldChg>
    </pc:docChg>
  </pc:docChgLst>
  <pc:docChgLst>
    <pc:chgData name="Daniel Ware" userId="S::dware@gswell.com::1a6a4bc9-99b1-4692-9b2c-6e82a442ba98" providerId="AD" clId="Web-{F5B36F7B-4CE3-F2E3-45E4-57D8D856BA84}"/>
    <pc:docChg chg="modSld">
      <pc:chgData name="Daniel Ware" userId="S::dware@gswell.com::1a6a4bc9-99b1-4692-9b2c-6e82a442ba98" providerId="AD" clId="Web-{F5B36F7B-4CE3-F2E3-45E4-57D8D856BA84}" dt="2026-08-13T15:12:00.869" v="283" actId="20577"/>
      <pc:docMkLst>
        <pc:docMk/>
      </pc:docMkLst>
      <pc:sldChg chg="modSp">
        <pc:chgData name="Daniel Ware" userId="S::dware@gswell.com::1a6a4bc9-99b1-4692-9b2c-6e82a442ba98" providerId="AD" clId="Web-{F5B36F7B-4CE3-F2E3-45E4-57D8D856BA84}" dt="2026-08-13T14:08:31.183" v="124" actId="14100"/>
        <pc:sldMkLst>
          <pc:docMk/>
          <pc:sldMk cId="1350299923" sldId="2145707752"/>
        </pc:sldMkLst>
      </pc:sldChg>
      <pc:sldChg chg="addSp modSp">
        <pc:chgData name="Daniel Ware" userId="S::dware@gswell.com::1a6a4bc9-99b1-4692-9b2c-6e82a442ba98" providerId="AD" clId="Web-{F5B36F7B-4CE3-F2E3-45E4-57D8D856BA84}" dt="2026-08-13T15:12:00.869" v="283" actId="20577"/>
        <pc:sldMkLst>
          <pc:docMk/>
          <pc:sldMk cId="4193901533" sldId="2145707756"/>
        </pc:sldMkLst>
      </pc:sldChg>
      <pc:sldChg chg="modSp">
        <pc:chgData name="Daniel Ware" userId="S::dware@gswell.com::1a6a4bc9-99b1-4692-9b2c-6e82a442ba98" providerId="AD" clId="Web-{F5B36F7B-4CE3-F2E3-45E4-57D8D856BA84}" dt="2026-08-13T13:56:43.822" v="123" actId="20577"/>
        <pc:sldMkLst>
          <pc:docMk/>
          <pc:sldMk cId="1995926455" sldId="2145707757"/>
        </pc:sldMkLst>
        <pc:spChg chg="mod">
          <ac:chgData name="Daniel Ware" userId="S::dware@gswell.com::1a6a4bc9-99b1-4692-9b2c-6e82a442ba98" providerId="AD" clId="Web-{F5B36F7B-4CE3-F2E3-45E4-57D8D856BA84}" dt="2026-08-13T13:56:43.822" v="123" actId="20577"/>
          <ac:spMkLst>
            <pc:docMk/>
            <pc:sldMk cId="1995926455" sldId="2145707757"/>
            <ac:spMk id="3" creationId="{D68AC32F-DC5C-B97E-3148-80CD47A8E29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collabralink.sharepoint.us/sites/AppianPractice77/Shared%20Documents/Programs/DIA%20BPS/2.%20Development/Demo/Sprint%201.2/DIA%20BPS%20Sprint%201.2%20Review_Column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Committed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Sprint 1.1</c:v>
                </c:pt>
                <c:pt idx="1">
                  <c:v>Sprint 1.2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BB-4EF2-8F83-AF3EF291C7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Velocity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Sprint 1.1</c:v>
                </c:pt>
                <c:pt idx="1">
                  <c:v>Sprint 1.2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BB-4EF2-8F83-AF3EF291C7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37443247"/>
        <c:axId val="1337443727"/>
      </c:barChart>
      <c:catAx>
        <c:axId val="1337443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7443727"/>
        <c:crosses val="autoZero"/>
        <c:auto val="1"/>
        <c:lblAlgn val="ctr"/>
        <c:lblOffset val="100"/>
        <c:noMultiLvlLbl val="0"/>
      </c:catAx>
      <c:valAx>
        <c:axId val="1337443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7443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Arial" panose="020B0604020202020204" pitchFamily="34" charset="0"/>
      <a:buChar char="•"/>
      <a:defRPr sz="1000">
        <a:latin typeface="+mn-lt"/>
      </a:defRPr>
    </a:lvl2pPr>
    <a:lvl3pPr marL="342900" indent="-112713" algn="l">
      <a:buFont typeface="Arial" panose="020B0604020202020204" pitchFamily="34" charset="0"/>
      <a:buChar char="•"/>
      <a:defRPr sz="900">
        <a:latin typeface="+mn-lt"/>
      </a:defRPr>
    </a:lvl3pPr>
    <a:lvl4pPr marL="460375" indent="-112713" algn="l">
      <a:buFont typeface="Arial" panose="020B0604020202020204" pitchFamily="34" charset="0"/>
      <a:buChar char="•"/>
      <a:defRPr sz="800">
        <a:latin typeface="+mn-lt"/>
      </a:defRPr>
    </a:lvl4pPr>
    <a:lvl5pPr marL="571500" indent="-112713" algn="l">
      <a:buFont typeface="Arial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gradFill>
          <a:gsLst>
            <a:gs pos="0">
              <a:srgbClr val="00B8FF"/>
            </a:gs>
            <a:gs pos="100000">
              <a:srgbClr val="00EB8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05586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5586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05587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5587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EA65FBE5-947D-AAD6-CACB-DD752CC67653}"/>
              </a:ext>
            </a:extLst>
          </p:cNvPr>
          <p:cNvSpPr/>
          <p:nvPr userDrawn="1"/>
        </p:nvSpPr>
        <p:spPr>
          <a:xfrm>
            <a:off x="-410705" y="1664695"/>
            <a:ext cx="4813286" cy="5321120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9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: Black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91361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91361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91362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1362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02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: Black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449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6449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450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6450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rgbClr val="00EB8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1A8BC-AF90-53D2-1755-B9DDE635842B}"/>
              </a:ext>
            </a:extLst>
          </p:cNvPr>
          <p:cNvSpPr txBox="1"/>
          <p:nvPr userDrawn="1"/>
        </p:nvSpPr>
        <p:spPr>
          <a:xfrm>
            <a:off x="2143125" y="-12144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4335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27AB7AA1-7AD9-2ECD-2E1E-0F99A984480B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 b="1" i="0">
                <a:latin typeface="+mn-lt"/>
                <a:ea typeface="Roboto" panose="02000000000000000000" pitchFamily="2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6222B9D9-898D-E902-CC11-815601FB2868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 b="1" i="0">
                <a:latin typeface="+mn-lt"/>
                <a:ea typeface="Roboto" panose="02000000000000000000" pitchFamily="2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1882446"/>
            <a:ext cx="3267012" cy="2699330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800" b="1" i="0">
                <a:solidFill>
                  <a:srgbClr val="00EB81"/>
                </a:solidFill>
                <a:latin typeface="+mn-lt"/>
                <a:ea typeface="Roboto" panose="02000000000000000000" pitchFamily="2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agenda summary </a:t>
            </a:r>
            <a:r>
              <a:rPr lang="en-GB"/>
              <a:t>here in Palatino Linotype 24pt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072047"/>
            <a:ext cx="3267011" cy="810399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07204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67692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28180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288668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49155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09643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470131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306193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07204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67692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28180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288668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49155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09643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470131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306193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07204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67692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28180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288668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49155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09643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470131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306193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07204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67692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28180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288668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49155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09643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470131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306193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2022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5137367E-BF63-7FE7-AEC3-8694D1759BF4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lnSpc>
                <a:spcPts val="2200"/>
              </a:lnSpc>
              <a:spcAft>
                <a:spcPts val="600"/>
              </a:spcAft>
              <a:defRPr sz="1800" spc="50" baseline="0"/>
            </a:lvl1pPr>
            <a:lvl2pPr>
              <a:lnSpc>
                <a:spcPts val="2200"/>
              </a:lnSpc>
              <a:spcAft>
                <a:spcPts val="600"/>
              </a:spcAft>
              <a:defRPr sz="1800" spc="50" baseline="0"/>
            </a:lvl2pPr>
            <a:lvl3pPr>
              <a:lnSpc>
                <a:spcPts val="2200"/>
              </a:lnSpc>
              <a:spcAft>
                <a:spcPts val="600"/>
              </a:spcAft>
              <a:defRPr sz="1800" spc="50" baseline="0"/>
            </a:lvl3pPr>
            <a:lvl4pPr>
              <a:lnSpc>
                <a:spcPts val="2200"/>
              </a:lnSpc>
              <a:spcAft>
                <a:spcPts val="600"/>
              </a:spcAft>
              <a:defRPr sz="1600" spc="50" baseline="0"/>
            </a:lvl4pPr>
            <a:lvl5pPr>
              <a:lnSpc>
                <a:spcPts val="2200"/>
              </a:lnSpc>
              <a:spcAft>
                <a:spcPts val="600"/>
              </a:spcAft>
              <a:defRPr sz="1600" spc="50" baseline="0"/>
            </a:lvl5pPr>
            <a:lvl6pPr>
              <a:lnSpc>
                <a:spcPts val="2200"/>
              </a:lnSpc>
              <a:defRPr sz="1200" spc="50" baseline="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lnSpc>
                <a:spcPts val="2200"/>
              </a:lnSpc>
              <a:spcAft>
                <a:spcPts val="600"/>
              </a:spcAft>
              <a:defRPr sz="1800" spc="50" baseline="0"/>
            </a:lvl1pPr>
            <a:lvl2pPr>
              <a:lnSpc>
                <a:spcPts val="2200"/>
              </a:lnSpc>
              <a:spcAft>
                <a:spcPts val="600"/>
              </a:spcAft>
              <a:defRPr sz="1800" spc="50" baseline="0"/>
            </a:lvl2pPr>
            <a:lvl3pPr>
              <a:lnSpc>
                <a:spcPts val="2200"/>
              </a:lnSpc>
              <a:spcAft>
                <a:spcPts val="600"/>
              </a:spcAft>
              <a:defRPr sz="1800" spc="50" baseline="0"/>
            </a:lvl3pPr>
            <a:lvl4pPr>
              <a:lnSpc>
                <a:spcPts val="2200"/>
              </a:lnSpc>
              <a:spcAft>
                <a:spcPts val="600"/>
              </a:spcAft>
              <a:defRPr sz="1600" spc="50" baseline="0"/>
            </a:lvl4pPr>
            <a:lvl5pPr>
              <a:lnSpc>
                <a:spcPts val="2200"/>
              </a:lnSpc>
              <a:spcAft>
                <a:spcPts val="600"/>
              </a:spcAft>
              <a:defRPr sz="1600" spc="50" baseline="0"/>
            </a:lvl5pPr>
            <a:lvl6pPr>
              <a:lnSpc>
                <a:spcPts val="2200"/>
              </a:lnSpc>
              <a:defRPr sz="1200" spc="50" baseline="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Bold 18pt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20pt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10513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latin typeface="+mn-lt"/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latin typeface="+mn-lt"/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latin typeface="+mn-lt"/>
              </a:defRPr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sub-headline here </a:t>
            </a:r>
            <a:r>
              <a:rPr lang="en-GB"/>
              <a:t>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099775B5-A16F-AB9C-8E9E-C035A767990E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2022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81D6D231-F8C7-1096-863D-0DD2D0217C15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gradFill>
          <a:gsLst>
            <a:gs pos="0">
              <a:srgbClr val="00B8FF"/>
            </a:gs>
            <a:gs pos="100000">
              <a:srgbClr val="00EB8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05586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5586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05587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5587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EA65FBE5-947D-AAD6-CACB-DD752CC67653}"/>
              </a:ext>
            </a:extLst>
          </p:cNvPr>
          <p:cNvSpPr/>
          <p:nvPr/>
        </p:nvSpPr>
        <p:spPr>
          <a:xfrm>
            <a:off x="-410705" y="1664695"/>
            <a:ext cx="4813286" cy="5321120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8166F4AF-7C8D-EDE2-FBE8-A86A1340CFBA}"/>
              </a:ext>
            </a:extLst>
          </p:cNvPr>
          <p:cNvSpPr/>
          <p:nvPr userDrawn="1"/>
        </p:nvSpPr>
        <p:spPr>
          <a:xfrm>
            <a:off x="-410705" y="1664695"/>
            <a:ext cx="4813286" cy="5321120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12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: Black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91361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91361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91362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1362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94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: Black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449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6449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450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6450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rgbClr val="00EB8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1A8BC-AF90-53D2-1755-B9DDE635842B}"/>
              </a:ext>
            </a:extLst>
          </p:cNvPr>
          <p:cNvSpPr txBox="1"/>
          <p:nvPr/>
        </p:nvSpPr>
        <p:spPr>
          <a:xfrm>
            <a:off x="2143125" y="-12144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B129F-8239-0B4E-8150-4781B26C790E}"/>
              </a:ext>
            </a:extLst>
          </p:cNvPr>
          <p:cNvSpPr txBox="1"/>
          <p:nvPr userDrawn="1"/>
        </p:nvSpPr>
        <p:spPr>
          <a:xfrm>
            <a:off x="2143125" y="-12144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79060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93396-C7EC-BA38-02E9-DA0BEE02476E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B9351A7E-7487-E162-214B-5FBE320C074B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33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 b="1" i="0">
                <a:latin typeface="+mn-lt"/>
                <a:ea typeface="Roboto" panose="02000000000000000000" pitchFamily="2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7FA71CD6-29C0-022C-D7AB-260A7FF64032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29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 b="1" i="0">
                <a:latin typeface="+mn-lt"/>
                <a:ea typeface="Roboto" panose="02000000000000000000" pitchFamily="2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53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1882446"/>
            <a:ext cx="3267012" cy="2699330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800" b="1" i="0">
                <a:solidFill>
                  <a:srgbClr val="00EB81"/>
                </a:solidFill>
                <a:latin typeface="+mn-lt"/>
                <a:ea typeface="Roboto" panose="02000000000000000000" pitchFamily="2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agenda summary </a:t>
            </a:r>
            <a:r>
              <a:rPr lang="en-GB"/>
              <a:t>here in Palatino Linotype 24pt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072047"/>
            <a:ext cx="3267011" cy="810399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07204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67692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28180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288668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49155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09643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470131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306193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07204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67692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28180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288668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49155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09643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470131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306193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07204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67692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28180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288668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49155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09643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470131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306193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07204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67692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28180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288668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49155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09643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470131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306193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67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2022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91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C6670F23-BCD3-7BE0-94C2-E8256C82866C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7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lnSpc>
                <a:spcPts val="2200"/>
              </a:lnSpc>
              <a:spcAft>
                <a:spcPts val="600"/>
              </a:spcAft>
              <a:defRPr sz="1800" spc="50" baseline="0"/>
            </a:lvl1pPr>
            <a:lvl2pPr>
              <a:lnSpc>
                <a:spcPts val="2200"/>
              </a:lnSpc>
              <a:spcAft>
                <a:spcPts val="600"/>
              </a:spcAft>
              <a:defRPr sz="1800" spc="50" baseline="0"/>
            </a:lvl2pPr>
            <a:lvl3pPr>
              <a:lnSpc>
                <a:spcPts val="2200"/>
              </a:lnSpc>
              <a:spcAft>
                <a:spcPts val="600"/>
              </a:spcAft>
              <a:defRPr sz="1800" spc="50" baseline="0"/>
            </a:lvl3pPr>
            <a:lvl4pPr>
              <a:lnSpc>
                <a:spcPts val="2200"/>
              </a:lnSpc>
              <a:spcAft>
                <a:spcPts val="600"/>
              </a:spcAft>
              <a:defRPr sz="1600" spc="50" baseline="0"/>
            </a:lvl4pPr>
            <a:lvl5pPr>
              <a:lnSpc>
                <a:spcPts val="2200"/>
              </a:lnSpc>
              <a:spcAft>
                <a:spcPts val="600"/>
              </a:spcAft>
              <a:defRPr sz="1600" spc="50" baseline="0"/>
            </a:lvl5pPr>
            <a:lvl6pPr>
              <a:lnSpc>
                <a:spcPts val="2200"/>
              </a:lnSpc>
              <a:defRPr sz="1200" spc="50" baseline="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lnSpc>
                <a:spcPts val="2200"/>
              </a:lnSpc>
              <a:spcAft>
                <a:spcPts val="600"/>
              </a:spcAft>
              <a:defRPr sz="1800" spc="50" baseline="0"/>
            </a:lvl1pPr>
            <a:lvl2pPr>
              <a:lnSpc>
                <a:spcPts val="2200"/>
              </a:lnSpc>
              <a:spcAft>
                <a:spcPts val="600"/>
              </a:spcAft>
              <a:defRPr sz="1800" spc="50" baseline="0"/>
            </a:lvl2pPr>
            <a:lvl3pPr>
              <a:lnSpc>
                <a:spcPts val="2200"/>
              </a:lnSpc>
              <a:spcAft>
                <a:spcPts val="600"/>
              </a:spcAft>
              <a:defRPr sz="1800" spc="50" baseline="0"/>
            </a:lvl3pPr>
            <a:lvl4pPr>
              <a:lnSpc>
                <a:spcPts val="2200"/>
              </a:lnSpc>
              <a:spcAft>
                <a:spcPts val="600"/>
              </a:spcAft>
              <a:defRPr sz="1600" spc="50" baseline="0"/>
            </a:lvl4pPr>
            <a:lvl5pPr>
              <a:lnSpc>
                <a:spcPts val="2200"/>
              </a:lnSpc>
              <a:spcAft>
                <a:spcPts val="600"/>
              </a:spcAft>
              <a:defRPr sz="1600" spc="50" baseline="0"/>
            </a:lvl5pPr>
            <a:lvl6pPr>
              <a:lnSpc>
                <a:spcPts val="2200"/>
              </a:lnSpc>
              <a:defRPr sz="1200" spc="50" baseline="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Bold 18pt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51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20pt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10513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29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Magistral Book" panose="020B05040302040803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Magistral Book" panose="020B05040302040803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25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708" userDrawn="1">
          <p15:clr>
            <a:srgbClr val="C35EA4"/>
          </p15:clr>
        </p15:guide>
        <p15:guide id="4" orient="horz" pos="932" userDrawn="1">
          <p15:clr>
            <a:srgbClr val="547EB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99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703" userDrawn="1">
          <p15:clr>
            <a:srgbClr val="C35EA4"/>
          </p15:clr>
        </p15:guide>
        <p15:guide id="4" orient="horz" pos="932" userDrawn="1">
          <p15:clr>
            <a:srgbClr val="547EB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46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698" userDrawn="1">
          <p15:clr>
            <a:srgbClr val="C35EA4"/>
          </p15:clr>
        </p15:guide>
        <p15:guide id="4" orient="horz" pos="932" userDrawn="1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latin typeface="+mn-lt"/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latin typeface="+mn-lt"/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latin typeface="+mn-lt"/>
              </a:defRPr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sub-headline here </a:t>
            </a:r>
            <a:r>
              <a:rPr lang="en-GB"/>
              <a:t>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F58BCB71-EB25-3971-95D4-5DD86844A0B6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05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2022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18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2FBDB5B9-22EB-555B-FB03-DF95D6AD688A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28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5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0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16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2238064"/>
            <a:ext cx="3556000" cy="618257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</a:t>
            </a:r>
            <a:r>
              <a:rPr lang="en-GB"/>
              <a:t>subtitle</a:t>
            </a:r>
            <a:r>
              <a:rPr lang="en-US"/>
              <a:t> here in </a:t>
            </a:r>
            <a:br>
              <a:rPr lang="en-US"/>
            </a:br>
            <a:r>
              <a:rPr lang="en-GB"/>
              <a:t>Roboto Bold 18pt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2238064"/>
            <a:ext cx="3556000" cy="618257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</a:t>
            </a:r>
            <a:r>
              <a:rPr lang="en-GB"/>
              <a:t>subtitle</a:t>
            </a:r>
            <a:r>
              <a:rPr lang="en-US"/>
              <a:t> here in </a:t>
            </a:r>
            <a:br>
              <a:rPr lang="en-US"/>
            </a:br>
            <a:r>
              <a:rPr lang="en-GB"/>
              <a:t>Roboto Bold 18pt</a:t>
            </a:r>
            <a:endParaRPr lang="en-US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2238064"/>
            <a:ext cx="3556000" cy="618257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</a:t>
            </a:r>
            <a:r>
              <a:rPr lang="en-GB"/>
              <a:t>subtitle</a:t>
            </a:r>
            <a:r>
              <a:rPr lang="en-US"/>
              <a:t> here in </a:t>
            </a:r>
            <a:br>
              <a:rPr lang="en-US"/>
            </a:br>
            <a:r>
              <a:rPr lang="en-GB"/>
              <a:t>Roboto Bold 18pt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Bold 20pt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42FED7FF-2FE3-C8D7-2063-6BAF370FEA7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80999" y="3002311"/>
            <a:ext cx="3556000" cy="1569689"/>
          </a:xfrm>
        </p:spPr>
        <p:txBody>
          <a:bodyPr wrap="none">
            <a:norm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Place partner logo here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7D45E0EF-E643-58C5-3C1C-4A2AF4CF2F8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18000" y="3002311"/>
            <a:ext cx="3556000" cy="1569689"/>
          </a:xfrm>
        </p:spPr>
        <p:txBody>
          <a:bodyPr>
            <a:normAutofit/>
          </a:bodyPr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partner logo here</a:t>
            </a:r>
          </a:p>
          <a:p>
            <a:endParaRPr lang="en-US"/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9FAF6C03-3218-7102-45A0-EF78FCF6353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55000" y="3002311"/>
            <a:ext cx="3556000" cy="1569689"/>
          </a:xfrm>
        </p:spPr>
        <p:txBody>
          <a:bodyPr>
            <a:normAutofit/>
          </a:bodyPr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partner logo here</a:t>
            </a:r>
          </a:p>
          <a:p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F77875F-C301-4556-CF9B-75CE98AF20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4712306"/>
            <a:ext cx="3556000" cy="1184360"/>
          </a:xfrm>
          <a:noFill/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 marL="4572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3pPr>
            <a:lvl4pPr marL="6858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4pPr>
            <a:lvl5pPr marL="9144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5pPr>
            <a:lvl6pPr marL="11113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Place text here 14pt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0381D5DD-2FC4-DF96-4662-884AA8EBBE29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4712306"/>
            <a:ext cx="3556000" cy="1184360"/>
          </a:xfrm>
          <a:noFill/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 marL="4572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3pPr>
            <a:lvl4pPr marL="6858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4pPr>
            <a:lvl5pPr marL="9144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5pPr>
            <a:lvl6pPr marL="11113" indent="0">
              <a:buFont typeface="Arial" panose="020B0604020202020204" pitchFamily="34" charset="0"/>
              <a:buNone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CE1F09A-2BC0-4C33-36AD-9C49E4D77534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4712306"/>
            <a:ext cx="3556000" cy="1184360"/>
          </a:xfrm>
          <a:noFill/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 marL="4572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3pPr>
            <a:lvl4pPr marL="6858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4pPr>
            <a:lvl5pPr marL="9144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5pPr>
            <a:lvl6pPr marL="11113" indent="0">
              <a:buFont typeface="Arial" panose="020B0604020202020204" pitchFamily="34" charset="0"/>
              <a:buNone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14pt</a:t>
            </a:r>
          </a:p>
        </p:txBody>
      </p:sp>
    </p:spTree>
    <p:extLst>
      <p:ext uri="{BB962C8B-B14F-4D97-AF65-F5344CB8AC3E}">
        <p14:creationId xmlns:p14="http://schemas.microsoft.com/office/powerpoint/2010/main" val="412108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703">
          <p15:clr>
            <a:srgbClr val="C35EA4"/>
          </p15:clr>
        </p15:guide>
        <p15:guide id="4" orient="horz" pos="932">
          <p15:clr>
            <a:srgbClr val="547EB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Divider - Numbered, Gradient Mid Pur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9675E5-DB51-72B6-3F7A-971012666A4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52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17C65-E748-212B-7234-84AB4B3BCFC1}"/>
              </a:ext>
            </a:extLst>
          </p:cNvPr>
          <p:cNvSpPr/>
          <p:nvPr userDrawn="1"/>
        </p:nvSpPr>
        <p:spPr>
          <a:xfrm>
            <a:off x="0" y="3410858"/>
            <a:ext cx="12192000" cy="3447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4269122"/>
            <a:ext cx="9906000" cy="868936"/>
          </a:xfrm>
        </p:spPr>
        <p:txBody>
          <a:bodyPr anchor="t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Place section title here </a:t>
            </a:r>
            <a:br>
              <a:rPr lang="en-US"/>
            </a:br>
            <a:r>
              <a:rPr lang="en-GB"/>
              <a:t>(36pt, min 30pt)</a:t>
            </a:r>
            <a:endParaRPr lang="en-US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3000" y="5234322"/>
            <a:ext cx="9906000" cy="1006821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accent2">
                    <a:lumMod val="7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Graphic 6">
            <a:extLst>
              <a:ext uri="{FF2B5EF4-FFF2-40B4-BE49-F238E27FC236}">
                <a16:creationId xmlns:a16="http://schemas.microsoft.com/office/drawing/2014/main" id="{46C7BF50-B194-9A44-A531-696E5C34AFB0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12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Divider - Numbered, Gradient Mid Purple">
    <p:bg>
      <p:bgPr>
        <a:gradFill>
          <a:gsLst>
            <a:gs pos="0">
              <a:srgbClr val="00B8FF"/>
            </a:gs>
            <a:gs pos="100000">
              <a:srgbClr val="00EB8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A31DE1-132B-216F-303B-0D13AF20EF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340159" y="1349828"/>
            <a:ext cx="8381074" cy="5508171"/>
          </a:xfrm>
        </p:spPr>
        <p:txBody>
          <a:bodyPr anchor="ctr"/>
          <a:lstStyle>
            <a:lvl1pPr>
              <a:defRPr sz="40000">
                <a:solidFill>
                  <a:schemeClr val="tx1">
                    <a:alpha val="30000"/>
                  </a:schemeClr>
                </a:solidFill>
              </a:defRPr>
            </a:lvl1pPr>
          </a:lstStyle>
          <a:p>
            <a:r>
              <a:rPr lang="en-US"/>
              <a:t>#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raphic 6">
            <a:extLst>
              <a:ext uri="{FF2B5EF4-FFF2-40B4-BE49-F238E27FC236}">
                <a16:creationId xmlns:a16="http://schemas.microsoft.com/office/drawing/2014/main" id="{546098C3-412D-F6AA-9F45-2AA6C7E3874E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chemeClr val="bg1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BE05B92-BB79-4749-56EE-739226D48C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05587" y="1735039"/>
            <a:ext cx="5892828" cy="2212847"/>
          </a:xfrm>
        </p:spPr>
        <p:txBody>
          <a:bodyPr/>
          <a:lstStyle>
            <a:lvl1pPr marL="0" indent="0">
              <a:lnSpc>
                <a:spcPts val="5800"/>
              </a:lnSpc>
              <a:spcAft>
                <a:spcPts val="0"/>
              </a:spcAft>
              <a:buNone/>
              <a:defRPr sz="6000" baseline="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 sz="6000">
                <a:latin typeface="+mj-lt"/>
              </a:defRPr>
            </a:lvl2pPr>
            <a:lvl3pPr marL="457200" indent="0">
              <a:buNone/>
              <a:defRPr sz="6000">
                <a:latin typeface="+mj-lt"/>
              </a:defRPr>
            </a:lvl3pPr>
            <a:lvl4pPr marL="685800" indent="0">
              <a:buNone/>
              <a:defRPr sz="6000">
                <a:latin typeface="+mj-lt"/>
              </a:defRPr>
            </a:lvl4pPr>
            <a:lvl5pPr marL="914400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/>
              <a:t>Place </a:t>
            </a:r>
            <a:br>
              <a:rPr lang="en-US"/>
            </a:br>
            <a:r>
              <a:rPr lang="en-US"/>
              <a:t>section title </a:t>
            </a:r>
            <a:br>
              <a:rPr lang="en-US"/>
            </a:br>
            <a:r>
              <a:rPr lang="en-US"/>
              <a:t>here </a:t>
            </a:r>
            <a:r>
              <a:rPr lang="en-GB"/>
              <a:t>60pt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229E5BE-1ADE-6C51-AD9C-55B0563385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05587" y="416858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57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Divider - Numbered, Gradient Mid Pur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9675E5-DB51-72B6-3F7A-971012666A4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52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5F680F8-EDDC-15DC-8698-DF16F70B84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1870782"/>
            <a:ext cx="8656320" cy="2826150"/>
          </a:xfrm>
        </p:spPr>
        <p:txBody>
          <a:bodyPr anchor="ctr"/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C63D563-2E89-9ECD-F071-178B1136533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8400B8D4-05EB-D143-F3F9-621F58728219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89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 b="1" i="0">
                <a:solidFill>
                  <a:srgbClr val="969696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EEDB6C33-BB7F-DDC7-561A-F89CD9A13881}"/>
              </a:ext>
            </a:extLst>
          </p:cNvPr>
          <p:cNvSpPr/>
          <p:nvPr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62" r:id="rId2"/>
    <p:sldLayoutId id="2147483761" r:id="rId3"/>
    <p:sldLayoutId id="2147483682" r:id="rId4"/>
    <p:sldLayoutId id="2147483651" r:id="rId5"/>
    <p:sldLayoutId id="2147483739" r:id="rId6"/>
    <p:sldLayoutId id="2147483737" r:id="rId7"/>
    <p:sldLayoutId id="2147483742" r:id="rId8"/>
    <p:sldLayoutId id="2147483724" r:id="rId9"/>
    <p:sldLayoutId id="2147483757" r:id="rId10"/>
    <p:sldLayoutId id="2147483723" r:id="rId11"/>
    <p:sldLayoutId id="2147483755" r:id="rId12"/>
    <p:sldLayoutId id="2147483673" r:id="rId13"/>
    <p:sldLayoutId id="2147483653" r:id="rId14"/>
    <p:sldLayoutId id="2147483722" r:id="rId15"/>
    <p:sldLayoutId id="2147483657" r:id="rId16"/>
    <p:sldLayoutId id="2147483661" r:id="rId17"/>
    <p:sldLayoutId id="2147483667" r:id="rId18"/>
    <p:sldLayoutId id="2147483655" r:id="rId19"/>
    <p:sldLayoutId id="2147483745" r:id="rId20"/>
    <p:sldLayoutId id="2147483741" r:id="rId2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 b="1" i="0">
                <a:solidFill>
                  <a:srgbClr val="969696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EEDB6C33-BB7F-DDC7-561A-F89CD9A13881}"/>
              </a:ext>
            </a:extLst>
          </p:cNvPr>
          <p:cNvSpPr/>
          <p:nvPr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4E78313-35DA-3B49-C7B7-DD6D76162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E0862C5-E1EA-8777-D6D0-13F5112FB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</p:txBody>
      </p:sp>
    </p:spTree>
    <p:extLst>
      <p:ext uri="{BB962C8B-B14F-4D97-AF65-F5344CB8AC3E}">
        <p14:creationId xmlns:p14="http://schemas.microsoft.com/office/powerpoint/2010/main" val="121986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91" r:id="rId22"/>
    <p:sldLayoutId id="2147483794" r:id="rId23"/>
    <p:sldLayoutId id="2147483795" r:id="rId24"/>
    <p:sldLayoutId id="2147483796" r:id="rId25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40" userDrawn="1">
          <p15:clr>
            <a:srgbClr val="C35EA4"/>
          </p15:clr>
        </p15:guide>
        <p15:guide id="6" orient="horz" pos="3976" userDrawn="1">
          <p15:clr>
            <a:srgbClr val="C35EA4"/>
          </p15:clr>
        </p15:guide>
        <p15:guide id="7" pos="240" userDrawn="1">
          <p15:clr>
            <a:srgbClr val="C35EA4"/>
          </p15:clr>
        </p15:guide>
        <p15:guide id="8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226739-177D-79C6-B1D4-AB288B0CEE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6449" y="5193305"/>
            <a:ext cx="3102015" cy="78437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ea typeface="Roboto Light"/>
              </a:rPr>
              <a:t>August 27, 2026</a:t>
            </a:r>
            <a:endParaRPr lang="en-US">
              <a:cs typeface="Roboto"/>
            </a:endParaRPr>
          </a:p>
          <a:p>
            <a:r>
              <a:rPr lang="en-US"/>
              <a:t>Groundswell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65F67E-E71F-23B0-CB27-9CEA5836F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450" y="1717611"/>
            <a:ext cx="9865619" cy="2202794"/>
          </a:xfrm>
        </p:spPr>
        <p:txBody>
          <a:bodyPr/>
          <a:lstStyle/>
          <a:p>
            <a:r>
              <a:rPr lang="en-US"/>
              <a:t>BPS</a:t>
            </a:r>
            <a:br>
              <a:rPr lang="en-US"/>
            </a:br>
            <a:r>
              <a:rPr lang="en-US"/>
              <a:t>Sprint 1.2 Review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40D51-FE58-BAF3-FE67-11FCD31D64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6450" y="4106731"/>
            <a:ext cx="5089512" cy="109284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ea typeface="Roboto Medium"/>
              </a:rPr>
              <a:t>Defense Intelligence Agency (DIA)</a:t>
            </a:r>
          </a:p>
          <a:p>
            <a:endParaRPr lang="en-US"/>
          </a:p>
        </p:txBody>
      </p:sp>
      <p:pic>
        <p:nvPicPr>
          <p:cNvPr id="5" name="Picture 4" descr="A black and white sign&#10;&#10;Description automatically generated with low confidence">
            <a:extLst>
              <a:ext uri="{FF2B5EF4-FFF2-40B4-BE49-F238E27FC236}">
                <a16:creationId xmlns:a16="http://schemas.microsoft.com/office/drawing/2014/main" id="{CEE11120-E91F-494C-D1A6-557B29DB9B1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449" y="603944"/>
            <a:ext cx="1954294" cy="35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3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descr="Agenda title">
            <a:extLst>
              <a:ext uri="{FF2B5EF4-FFF2-40B4-BE49-F238E27FC236}">
                <a16:creationId xmlns:a16="http://schemas.microsoft.com/office/drawing/2014/main" id="{651DC24B-AB70-4983-B766-42BF4110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160882"/>
            <a:ext cx="3267011" cy="810399"/>
          </a:xfrm>
        </p:spPr>
        <p:txBody>
          <a:bodyPr/>
          <a:lstStyle/>
          <a:p>
            <a:r>
              <a:rPr lang="en-GB" b="0"/>
              <a:t>Agenda</a:t>
            </a:r>
            <a:endParaRPr lang="en-US" b="0"/>
          </a:p>
        </p:txBody>
      </p:sp>
      <p:sp>
        <p:nvSpPr>
          <p:cNvPr id="5" name="Text Placeholder 4" descr="Agenda Item 1">
            <a:extLst>
              <a:ext uri="{FF2B5EF4-FFF2-40B4-BE49-F238E27FC236}">
                <a16:creationId xmlns:a16="http://schemas.microsoft.com/office/drawing/2014/main" id="{CE422875-EDAA-48FF-A282-26952DB0C5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66971" y="1103578"/>
            <a:ext cx="2953039" cy="485340"/>
          </a:xfrm>
        </p:spPr>
        <p:txBody>
          <a:bodyPr/>
          <a:lstStyle/>
          <a:p>
            <a:r>
              <a:rPr lang="en-GB">
                <a:ea typeface="+mn-lt"/>
                <a:cs typeface="+mn-lt"/>
              </a:rPr>
              <a:t>Sprint Progress </a:t>
            </a:r>
            <a:endParaRPr lang="en-US"/>
          </a:p>
        </p:txBody>
      </p:sp>
      <p:sp>
        <p:nvSpPr>
          <p:cNvPr id="6" name="Text Placeholder 5" descr="Agenda Item 2">
            <a:extLst>
              <a:ext uri="{FF2B5EF4-FFF2-40B4-BE49-F238E27FC236}">
                <a16:creationId xmlns:a16="http://schemas.microsoft.com/office/drawing/2014/main" id="{75C65787-9125-4790-B3F2-CF1B59158F4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66971" y="1708456"/>
            <a:ext cx="2953039" cy="485340"/>
          </a:xfrm>
        </p:spPr>
        <p:txBody>
          <a:bodyPr/>
          <a:lstStyle/>
          <a:p>
            <a:r>
              <a:rPr lang="en-GB">
                <a:ea typeface="+mn-lt"/>
                <a:cs typeface="+mn-lt"/>
              </a:rPr>
              <a:t>Feedback </a:t>
            </a:r>
            <a:endParaRPr lang="en-US"/>
          </a:p>
        </p:txBody>
      </p:sp>
      <p:sp>
        <p:nvSpPr>
          <p:cNvPr id="7" name="Text Placeholder 6" descr="Agenda Item 3">
            <a:extLst>
              <a:ext uri="{FF2B5EF4-FFF2-40B4-BE49-F238E27FC236}">
                <a16:creationId xmlns:a16="http://schemas.microsoft.com/office/drawing/2014/main" id="{91845080-64D9-4192-98A6-69D53C7056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66971" y="2313334"/>
            <a:ext cx="2953039" cy="485340"/>
          </a:xfrm>
        </p:spPr>
        <p:txBody>
          <a:bodyPr/>
          <a:lstStyle/>
          <a:p>
            <a:r>
              <a:rPr lang="en-GB">
                <a:ea typeface="+mn-lt"/>
                <a:cs typeface="+mn-lt"/>
              </a:rPr>
              <a:t>Notes </a:t>
            </a:r>
            <a:endParaRPr lang="en-US"/>
          </a:p>
        </p:txBody>
      </p:sp>
      <p:sp>
        <p:nvSpPr>
          <p:cNvPr id="8" name="Text Placeholder 7" descr="Agenda Item 4">
            <a:extLst>
              <a:ext uri="{FF2B5EF4-FFF2-40B4-BE49-F238E27FC236}">
                <a16:creationId xmlns:a16="http://schemas.microsoft.com/office/drawing/2014/main" id="{500B9542-3140-4DAC-81AA-3DECE8BBA0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66971" y="2918212"/>
            <a:ext cx="2953039" cy="485340"/>
          </a:xfrm>
        </p:spPr>
        <p:txBody>
          <a:bodyPr/>
          <a:lstStyle/>
          <a:p>
            <a:r>
              <a:rPr lang="en-GB">
                <a:ea typeface="+mn-lt"/>
                <a:cs typeface="+mn-lt"/>
              </a:rPr>
              <a:t>Story Overview </a:t>
            </a:r>
            <a:endParaRPr lang="en-US"/>
          </a:p>
        </p:txBody>
      </p:sp>
      <p:sp>
        <p:nvSpPr>
          <p:cNvPr id="13" name="Text Placeholder 12" descr="No. 1">
            <a:extLst>
              <a:ext uri="{FF2B5EF4-FFF2-40B4-BE49-F238E27FC236}">
                <a16:creationId xmlns:a16="http://schemas.microsoft.com/office/drawing/2014/main" id="{4EECF1EB-FE9A-4395-9803-48D1366F41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26242" y="1103578"/>
            <a:ext cx="405128" cy="485340"/>
          </a:xfrm>
        </p:spPr>
        <p:txBody>
          <a:bodyPr/>
          <a:lstStyle/>
          <a:p>
            <a:r>
              <a:rPr lang="en-GB"/>
              <a:t>01</a:t>
            </a:r>
            <a:endParaRPr lang="en-US"/>
          </a:p>
        </p:txBody>
      </p:sp>
      <p:sp>
        <p:nvSpPr>
          <p:cNvPr id="14" name="Text Placeholder 13" descr="No. 2">
            <a:extLst>
              <a:ext uri="{FF2B5EF4-FFF2-40B4-BE49-F238E27FC236}">
                <a16:creationId xmlns:a16="http://schemas.microsoft.com/office/drawing/2014/main" id="{325A2794-9D7F-4F8A-B659-3126A5AE36E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26242" y="1708456"/>
            <a:ext cx="405128" cy="485340"/>
          </a:xfrm>
        </p:spPr>
        <p:txBody>
          <a:bodyPr/>
          <a:lstStyle/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15" name="Text Placeholder 14" descr="No. 3">
            <a:extLst>
              <a:ext uri="{FF2B5EF4-FFF2-40B4-BE49-F238E27FC236}">
                <a16:creationId xmlns:a16="http://schemas.microsoft.com/office/drawing/2014/main" id="{304C0A50-C2E5-47D6-A07E-8078A7EADE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426242" y="2313334"/>
            <a:ext cx="405128" cy="485340"/>
          </a:xfrm>
        </p:spPr>
        <p:txBody>
          <a:bodyPr/>
          <a:lstStyle/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16" name="Text Placeholder 15" descr="No. 4">
            <a:extLst>
              <a:ext uri="{FF2B5EF4-FFF2-40B4-BE49-F238E27FC236}">
                <a16:creationId xmlns:a16="http://schemas.microsoft.com/office/drawing/2014/main" id="{E9921B81-A763-4EA2-AC60-D1AEB3C65E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26242" y="2918212"/>
            <a:ext cx="405128" cy="485340"/>
          </a:xfrm>
        </p:spPr>
        <p:txBody>
          <a:bodyPr/>
          <a:lstStyle/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E3C58D7A-1144-40F3-A5A2-E2C8A20B9B2C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B4094-3857-47DB-097E-43C4F6736BA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8A14684-9215-933C-234B-D5ED538CD28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9280B27-6FE7-AA3E-27E3-8BAF17A2081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410DBEE-F0A4-67B6-7DEE-002097F9274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53CCD595-DE42-EB40-0277-7B23B06446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779F6D0-54B0-73C8-61CE-50928F9D642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BD0C814-F472-17D5-22C3-B8D815F3D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619528C3-BC61-7325-335F-8A531212E75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BB1817A5-1C6A-153D-8ACB-542072E9EE4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3FEF1C5-C354-75FE-E78A-B1F9262CC7A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3C57AE50-C0E5-A4B9-01EB-AE095BCCD41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59C85DC5-448F-AA04-CF30-C736224184B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0C7B6121-4DDF-8050-52EB-D45D5D23143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D57940EF-2541-CC06-F074-2834B767705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3451CB17-6EF5-5301-F652-191CA78870A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F1CF2D91-437C-557A-D55E-1F65C9596AA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0171049-3191-66C8-DB83-A2349365FEC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/>
              <a:t>05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9CAA36C-0783-3CDD-E8EE-9A00D24BDA8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Demo </a:t>
            </a:r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F822014-D3C2-C28A-09C6-AD2F634D6D4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/>
              <a:t>06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853EA43-3A83-231E-86AB-B060F63D38E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Q&amp;A </a:t>
            </a:r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9AF36-337F-1B54-9581-E14FEBF29F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F1F86E9-D0A2-48A1-0611-A97CD51126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ABAFDA2-EDAF-60B9-D30A-278CA2D5CC4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C83A87B-9C41-5913-1D28-5FE18BF99C9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72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43D49-A07E-DBBB-B8D4-12EF5CD6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BPS Program Goals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1572B-9653-C673-6B45-7AB7BD292C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5A7E2C-62D6-5BDD-9A2D-5BB229708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670" y="1745096"/>
            <a:ext cx="10310659" cy="38088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1B77-0FBE-F09E-EE91-B45A343D81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0998" y="1043360"/>
            <a:ext cx="11429999" cy="5246604"/>
          </a:xfrm>
          <a:solidFill>
            <a:schemeClr val="bg1">
              <a:lumMod val="85000"/>
              <a:alpha val="75000"/>
            </a:schemeClr>
          </a:solidFill>
        </p:spPr>
        <p:txBody>
          <a:bodyPr>
            <a:normAutofit/>
          </a:bodyPr>
          <a:lstStyle/>
          <a:p>
            <a:pPr fontAlgn="base"/>
            <a:r>
              <a:rPr lang="en-US" b="1"/>
              <a:t>Consolidate </a:t>
            </a:r>
            <a:r>
              <a:rPr lang="en-US"/>
              <a:t>existing PPBE applications </a:t>
            </a:r>
            <a:r>
              <a:rPr lang="en-US" b="1"/>
              <a:t>(</a:t>
            </a:r>
            <a:r>
              <a:rPr lang="en-US" err="1"/>
              <a:t>iRMIS</a:t>
            </a:r>
            <a:r>
              <a:rPr lang="en-US"/>
              <a:t> and </a:t>
            </a:r>
            <a:r>
              <a:rPr lang="en-US" err="1"/>
              <a:t>iRMIS</a:t>
            </a:r>
            <a:r>
              <a:rPr lang="en-US"/>
              <a:t>-FI).</a:t>
            </a:r>
          </a:p>
          <a:p>
            <a:pPr fontAlgn="base"/>
            <a:endParaRPr lang="en-US"/>
          </a:p>
          <a:p>
            <a:pPr fontAlgn="base"/>
            <a:r>
              <a:rPr lang="en-US"/>
              <a:t>Create </a:t>
            </a:r>
            <a:r>
              <a:rPr lang="en-US" b="1"/>
              <a:t>unified</a:t>
            </a:r>
            <a:r>
              <a:rPr lang="en-US"/>
              <a:t> data model, lexicon, and ontology across Programming, Budgeting, and Execution.</a:t>
            </a:r>
          </a:p>
          <a:p>
            <a:pPr fontAlgn="base"/>
            <a:endParaRPr lang="en-US" b="1"/>
          </a:p>
          <a:p>
            <a:pPr fontAlgn="base"/>
            <a:r>
              <a:rPr lang="en-US" b="1"/>
              <a:t>Improve visibility</a:t>
            </a:r>
            <a:r>
              <a:rPr lang="en-US"/>
              <a:t> by providing a solid view of spend plan budget lines to payment, enabling users to analyze and track financial transactions more effectively. </a:t>
            </a:r>
          </a:p>
          <a:p>
            <a:pPr fontAlgn="base"/>
            <a:endParaRPr lang="en-US"/>
          </a:p>
          <a:p>
            <a:pPr fontAlgn="base"/>
            <a:r>
              <a:rPr lang="en-US"/>
              <a:t>Feature an </a:t>
            </a:r>
            <a:r>
              <a:rPr lang="en-US" b="1"/>
              <a:t>updated and a user-friendly interface, </a:t>
            </a:r>
            <a:r>
              <a:rPr lang="en-US"/>
              <a:t>ensuring a more intuitive and efficient navigation experiences for users.  </a:t>
            </a:r>
          </a:p>
          <a:p>
            <a:pPr fontAlgn="base"/>
            <a:endParaRPr lang="en-US" b="1"/>
          </a:p>
          <a:p>
            <a:pPr fontAlgn="base"/>
            <a:r>
              <a:rPr lang="en-US" b="1"/>
              <a:t>Seamless data integration </a:t>
            </a:r>
            <a:r>
              <a:rPr lang="en-US"/>
              <a:t>across core systems of record (DCIPS, CIVPAY, </a:t>
            </a:r>
            <a:r>
              <a:rPr lang="en-US" err="1"/>
              <a:t>MyHR</a:t>
            </a:r>
            <a:r>
              <a:rPr lang="en-US"/>
              <a:t>, AMS, FACTS).</a:t>
            </a:r>
          </a:p>
          <a:p>
            <a:pPr fontAlgn="base"/>
            <a:endParaRPr lang="en-US" b="1"/>
          </a:p>
          <a:p>
            <a:pPr fontAlgn="base"/>
            <a:r>
              <a:rPr lang="en-US" b="1"/>
              <a:t>Leverage Solution-First and Platform Approach </a:t>
            </a:r>
            <a:r>
              <a:rPr lang="en-US"/>
              <a:t>using Groundswell Integrated Budget Suite (GIBS) to create the BPS solution.</a:t>
            </a:r>
          </a:p>
        </p:txBody>
      </p:sp>
    </p:spTree>
    <p:extLst>
      <p:ext uri="{BB962C8B-B14F-4D97-AF65-F5344CB8AC3E}">
        <p14:creationId xmlns:p14="http://schemas.microsoft.com/office/powerpoint/2010/main" val="1435545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B9684-C39C-11DF-4FD4-7F59C855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656F-255B-8D22-3FC8-6E0079DF2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42999-6E96-019F-8574-DF3ADEBF6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4FC237-54FA-DB87-A952-E623D0690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1100"/>
            <a:ext cx="12192000" cy="371219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26798DB-15CA-0048-6268-174C2292172B}"/>
              </a:ext>
            </a:extLst>
          </p:cNvPr>
          <p:cNvCxnSpPr/>
          <p:nvPr/>
        </p:nvCxnSpPr>
        <p:spPr>
          <a:xfrm flipH="1">
            <a:off x="8327977" y="711370"/>
            <a:ext cx="16933" cy="4572000"/>
          </a:xfrm>
          <a:prstGeom prst="straightConnector1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FEC74CE-99F3-7ADC-6FAC-F73D342E27A7}"/>
              </a:ext>
            </a:extLst>
          </p:cNvPr>
          <p:cNvSpPr txBox="1">
            <a:spLocks/>
          </p:cNvSpPr>
          <p:nvPr/>
        </p:nvSpPr>
        <p:spPr>
          <a:xfrm>
            <a:off x="380999" y="5184251"/>
            <a:ext cx="6477000" cy="13290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>
                <a:ea typeface="Roboto Light"/>
              </a:rPr>
              <a:t>Program Details:</a:t>
            </a:r>
            <a:endParaRPr lang="en-US" i="1">
              <a:cs typeface="Roboto"/>
            </a:endParaRPr>
          </a:p>
          <a:p>
            <a:r>
              <a:rPr lang="en-US" i="1">
                <a:ea typeface="Roboto Light"/>
              </a:rPr>
              <a:t>2-year FOC (6/2026 – 6/2028)</a:t>
            </a:r>
          </a:p>
          <a:p>
            <a:r>
              <a:rPr lang="en-US" i="1">
                <a:ea typeface="Roboto Light"/>
              </a:rPr>
              <a:t>60 developments sprints (2 completed!)</a:t>
            </a:r>
            <a:endParaRPr lang="en-US"/>
          </a:p>
          <a:p>
            <a:endParaRPr lang="en-US" i="1">
              <a:cs typeface="Roboto"/>
            </a:endParaRPr>
          </a:p>
          <a:p>
            <a:endParaRPr lang="en-US" i="1">
              <a:cs typeface="Roboto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2A117AF-450B-A5D8-FF01-FD525AB53AD1}"/>
              </a:ext>
            </a:extLst>
          </p:cNvPr>
          <p:cNvSpPr txBox="1">
            <a:spLocks/>
          </p:cNvSpPr>
          <p:nvPr/>
        </p:nvSpPr>
        <p:spPr>
          <a:xfrm>
            <a:off x="5535167" y="5184251"/>
            <a:ext cx="6477000" cy="13290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>
                <a:ea typeface="Roboto Light"/>
              </a:rPr>
              <a:t> Current Progress</a:t>
            </a:r>
            <a:endParaRPr lang="en-US" i="1">
              <a:cs typeface="Roboto"/>
            </a:endParaRPr>
          </a:p>
          <a:p>
            <a:r>
              <a:rPr lang="en-US" i="1">
                <a:ea typeface="Roboto Light"/>
              </a:rPr>
              <a:t>Completed second development sprint</a:t>
            </a:r>
          </a:p>
          <a:p>
            <a:endParaRPr lang="en-US" i="1">
              <a:cs typeface="Roboto"/>
            </a:endParaRPr>
          </a:p>
          <a:p>
            <a:endParaRPr lang="en-US" i="1"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0578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B3547-3054-660A-4A6F-CB6D3D6F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D916B1-FC1C-7A43-DA53-3B43C61D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Next Iteration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6BA68E-FDAD-EEF8-4298-5A59A3CDF4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Google Shape;454;p25">
            <a:extLst>
              <a:ext uri="{FF2B5EF4-FFF2-40B4-BE49-F238E27FC236}">
                <a16:creationId xmlns:a16="http://schemas.microsoft.com/office/drawing/2014/main" id="{7C2D2897-AC32-0448-B59F-842EFD0C52F2}"/>
              </a:ext>
            </a:extLst>
          </p:cNvPr>
          <p:cNvSpPr txBox="1">
            <a:spLocks/>
          </p:cNvSpPr>
          <p:nvPr/>
        </p:nvSpPr>
        <p:spPr>
          <a:xfrm>
            <a:off x="402799" y="1095676"/>
            <a:ext cx="5952227" cy="5076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25" rIns="121900" bIns="60925" rtlCol="0" anchor="t" anchorCtr="0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400" indent="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None/>
            </a:pPr>
            <a:r>
              <a:rPr lang="en-US" sz="1800" b="1">
                <a:solidFill>
                  <a:schemeClr val="dk1"/>
                </a:solidFill>
              </a:rPr>
              <a:t>Iteration 2 Development</a:t>
            </a:r>
          </a:p>
          <a:p>
            <a:pPr marL="495300" indent="-3429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</a:pPr>
            <a:r>
              <a:rPr lang="en-US" sz="1800">
                <a:solidFill>
                  <a:schemeClr val="dk1"/>
                </a:solidFill>
              </a:rPr>
              <a:t>Managing foundational data elements</a:t>
            </a:r>
          </a:p>
          <a:p>
            <a:pPr marL="152400" indent="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None/>
            </a:pPr>
            <a:endParaRPr lang="en-US" sz="1800" b="1">
              <a:solidFill>
                <a:schemeClr val="dk1"/>
              </a:solidFill>
            </a:endParaRPr>
          </a:p>
          <a:p>
            <a:pPr marL="152400" indent="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None/>
            </a:pPr>
            <a:r>
              <a:rPr lang="en-US" sz="1800" b="1">
                <a:solidFill>
                  <a:schemeClr val="dk1"/>
                </a:solidFill>
              </a:rPr>
              <a:t>Agile Principles At Work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Agile over Waterfall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Inspect and Adapt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Specification by example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endParaRPr lang="en-US" sz="1800">
              <a:solidFill>
                <a:schemeClr val="dk1"/>
              </a:solidFill>
            </a:endParaRPr>
          </a:p>
          <a:p>
            <a:pPr marL="152400" indent="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None/>
            </a:pPr>
            <a:r>
              <a:rPr lang="en-US" sz="1800" b="1">
                <a:solidFill>
                  <a:schemeClr val="dk1"/>
                </a:solidFill>
              </a:rPr>
              <a:t>Architectural Principles at Work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Decoupling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Building out lowest-level entities first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End-to-end business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08F8C-3ED8-DC33-7C39-389AB604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886" y="0"/>
            <a:ext cx="4733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9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7D113-B3EE-2310-B1AE-BA479750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F0C5-53BA-E12E-6BB8-081ED55B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1.2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CA762-BEBC-AD2B-FEBE-50D4F7B8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66CF6B-8CFC-0432-CAE6-ADF1605CC658}"/>
              </a:ext>
            </a:extLst>
          </p:cNvPr>
          <p:cNvSpPr txBox="1">
            <a:spLocks/>
          </p:cNvSpPr>
          <p:nvPr/>
        </p:nvSpPr>
        <p:spPr>
          <a:xfrm>
            <a:off x="380999" y="5184251"/>
            <a:ext cx="6477000" cy="13290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>
                <a:ea typeface="Roboto Light"/>
              </a:rPr>
              <a:t>1.2 Sprint Goal: </a:t>
            </a:r>
            <a:endParaRPr lang="en-US" i="1">
              <a:cs typeface="Roboto"/>
            </a:endParaRPr>
          </a:p>
          <a:p>
            <a:r>
              <a:rPr lang="en-US" i="1">
                <a:ea typeface="Roboto Light"/>
              </a:rPr>
              <a:t>Manage foundational data elements (PIA, SPEC, DRA).</a:t>
            </a:r>
          </a:p>
          <a:p>
            <a:r>
              <a:rPr lang="en-US" i="1">
                <a:ea typeface="Roboto Light"/>
              </a:rPr>
              <a:t>Start creation of line items. </a:t>
            </a:r>
            <a:endParaRPr lang="en-US"/>
          </a:p>
          <a:p>
            <a:endParaRPr lang="en-US" i="1">
              <a:cs typeface="Roboto"/>
            </a:endParaRPr>
          </a:p>
          <a:p>
            <a:endParaRPr lang="en-US" i="1">
              <a:cs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D7FCCD-926D-2BCF-0B1B-F795A0F37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158417"/>
            <a:ext cx="11450648" cy="383911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17971-FD9B-877D-3027-74C97C549D64}"/>
              </a:ext>
            </a:extLst>
          </p:cNvPr>
          <p:cNvSpPr txBox="1">
            <a:spLocks/>
          </p:cNvSpPr>
          <p:nvPr/>
        </p:nvSpPr>
        <p:spPr>
          <a:xfrm>
            <a:off x="6857998" y="5184250"/>
            <a:ext cx="4974166" cy="13290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i="1">
              <a:ea typeface="Roboto"/>
              <a:cs typeface="Roboto"/>
            </a:endParaRPr>
          </a:p>
          <a:p>
            <a:pPr>
              <a:buFont typeface="Arial"/>
              <a:buChar char="•"/>
            </a:pPr>
            <a:r>
              <a:rPr lang="en-US" i="1">
                <a:ea typeface="Roboto"/>
                <a:cs typeface="Roboto"/>
              </a:rPr>
              <a:t>(+) View Spec, PIA, DRA codes</a:t>
            </a:r>
          </a:p>
          <a:p>
            <a:pPr>
              <a:buFont typeface="Arial"/>
              <a:buChar char="•"/>
            </a:pPr>
            <a:r>
              <a:rPr lang="en-US" i="1">
                <a:ea typeface="Roboto"/>
                <a:cs typeface="Roboto"/>
              </a:rPr>
              <a:t>(+) BPS Branding</a:t>
            </a:r>
            <a:endParaRPr lang="en-US" i="1">
              <a:ea typeface="Roboto Light"/>
              <a:cs typeface="Roboto"/>
            </a:endParaRPr>
          </a:p>
          <a:p>
            <a:pPr>
              <a:buFont typeface="Arial"/>
              <a:buChar char="•"/>
            </a:pPr>
            <a:endParaRPr lang="en-US" i="1">
              <a:ea typeface="Roboto"/>
              <a:cs typeface="Roboto"/>
            </a:endParaRPr>
          </a:p>
          <a:p>
            <a:endParaRPr lang="en-US" i="1"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31127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26C8-517F-7447-746A-FB173CE6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Velocity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43FFC-FDA2-876A-1D3A-23B6A109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FBAD994-88AE-6371-B62A-C182148A1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8680919"/>
              </p:ext>
            </p:extLst>
          </p:nvPr>
        </p:nvGraphicFramePr>
        <p:xfrm>
          <a:off x="3048000" y="1355725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0299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3D5A-8B05-B5F3-DB6D-132011C8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2219-B8DC-280C-1955-289F1DAF9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B99EF-93F0-D869-54EA-2A85912FC9B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Roboto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1553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8E8F6-942A-95BF-0B8F-4D5226DD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EE26-1085-6BCD-047C-729EC57D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AC32F-DC5C-B97E-3148-80CD47A8E2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/>
              <a:t>Everyone is encouraged to provide feedback</a:t>
            </a:r>
          </a:p>
          <a:p>
            <a:endParaRPr lang="en-US"/>
          </a:p>
          <a:p>
            <a:r>
              <a:rPr lang="en-US"/>
              <a:t>We will pause after each ticket is presented to provide the opportunity to ask questions</a:t>
            </a:r>
          </a:p>
          <a:p>
            <a:pPr lvl="1"/>
            <a:r>
              <a:rPr lang="en-US"/>
              <a:t>Also utilize the “Raise Hand” and chat features in Teams</a:t>
            </a:r>
          </a:p>
          <a:p>
            <a:endParaRPr lang="en-US"/>
          </a:p>
          <a:p>
            <a:r>
              <a:rPr lang="en-US">
                <a:ea typeface="Roboto Light"/>
                <a:cs typeface="Roboto"/>
              </a:rPr>
              <a:t>Feedback will be tracked and prioritized by the team</a:t>
            </a:r>
            <a:endParaRPr lang="en-US">
              <a:ea typeface="Roboto Light"/>
            </a:endParaRPr>
          </a:p>
          <a:p>
            <a:pPr lvl="1"/>
            <a:r>
              <a:rPr lang="en-US">
                <a:ea typeface="Roboto Light"/>
                <a:cs typeface="Roboto"/>
              </a:rPr>
              <a:t>Quick fixes: completed time-permitting</a:t>
            </a:r>
            <a:endParaRPr lang="en-US"/>
          </a:p>
          <a:p>
            <a:pPr lvl="1"/>
            <a:r>
              <a:rPr lang="en-US">
                <a:ea typeface="Roboto Light"/>
                <a:cs typeface="Roboto"/>
              </a:rPr>
              <a:t>Larger items will be prioritized for future sprints</a:t>
            </a:r>
          </a:p>
          <a:p>
            <a:endParaRPr lang="en-US">
              <a:ea typeface="Roboto Light"/>
            </a:endParaRPr>
          </a:p>
          <a:p>
            <a:r>
              <a:rPr lang="en-US">
                <a:ea typeface="Roboto Light"/>
              </a:rPr>
              <a:t>Any longer discussions may need to wait until the end of the meeting to allow time for everyone to present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1D5C5-CB4D-FD48-427B-FB8BA8CB9E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Your input is needed!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AAA43-DE92-4A08-EEE4-1502B2EA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2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02276-39CD-4085-3387-956676C7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2D05-5504-69BA-BC00-535D46C8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EA261-DECF-B7D5-37FB-60440DC7BA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0999" y="1873314"/>
            <a:ext cx="11430000" cy="800100"/>
          </a:xfrm>
        </p:spPr>
        <p:txBody>
          <a:bodyPr/>
          <a:lstStyle/>
          <a:p>
            <a:r>
              <a:rPr lang="en-US"/>
              <a:t>Work in Progress Banner</a:t>
            </a:r>
          </a:p>
          <a:p>
            <a:pPr lvl="1"/>
            <a:r>
              <a:rPr lang="en-US"/>
              <a:t>Placeholder used across the application to denote that a page is still under construction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C1BAE-FC55-BFCA-3B6E-07E1E90C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9CA755-468E-A8CD-2ACE-68056BFAE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414"/>
          <a:stretch>
            <a:fillRect/>
          </a:stretch>
        </p:blipFill>
        <p:spPr>
          <a:xfrm>
            <a:off x="381000" y="1033927"/>
            <a:ext cx="7840169" cy="8001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DE8FBC-A066-BB56-8BE1-71F2E0055BBB}"/>
              </a:ext>
            </a:extLst>
          </p:cNvPr>
          <p:cNvSpPr txBox="1">
            <a:spLocks/>
          </p:cNvSpPr>
          <p:nvPr/>
        </p:nvSpPr>
        <p:spPr>
          <a:xfrm>
            <a:off x="380999" y="5451136"/>
            <a:ext cx="11430000" cy="8528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Branding Colors and Icons</a:t>
            </a:r>
          </a:p>
          <a:p>
            <a:pPr lvl="1"/>
            <a:r>
              <a:rPr lang="en-US">
                <a:ea typeface="Roboto Light"/>
              </a:rPr>
              <a:t>The application look and feel has been updated to include DIA/BPS branding</a:t>
            </a:r>
            <a:endParaRPr lang="en-US">
              <a:cs typeface="Robo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252478-C66B-D2C2-9D5B-C274EF275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3026605"/>
            <a:ext cx="9082887" cy="868273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37235630-F32E-9200-5273-8D54381134B2}"/>
              </a:ext>
            </a:extLst>
          </p:cNvPr>
          <p:cNvSpPr/>
          <p:nvPr/>
        </p:nvSpPr>
        <p:spPr>
          <a:xfrm>
            <a:off x="4678934" y="3955796"/>
            <a:ext cx="484632" cy="49157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pic>
        <p:nvPicPr>
          <p:cNvPr id="9" name="Picture 8" descr="Graphical user interface&#10;&#10;AI-generated content may be incorrect.">
            <a:extLst>
              <a:ext uri="{FF2B5EF4-FFF2-40B4-BE49-F238E27FC236}">
                <a16:creationId xmlns:a16="http://schemas.microsoft.com/office/drawing/2014/main" id="{8E9B02C6-F73B-AD8D-ED6B-1B9119C06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17" y="4511145"/>
            <a:ext cx="9076267" cy="86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79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D90D4-36B0-DAC5-5B97-E2E93590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7C5E-FFB5-EC34-C58D-E771AB6E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Story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A75358-47D7-CCFE-4C03-89A71964951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924870104"/>
              </p:ext>
            </p:extLst>
          </p:nvPr>
        </p:nvGraphicFramePr>
        <p:xfrm>
          <a:off x="381000" y="1344168"/>
          <a:ext cx="11332461" cy="4313680"/>
        </p:xfrm>
        <a:graphic>
          <a:graphicData uri="http://schemas.openxmlformats.org/drawingml/2006/table">
            <a:tbl>
              <a:tblPr firstRow="1" bandRow="1">
                <a:tableStyleId>{A0BC3CC4-8867-4C89-9D3F-A6A6B9ED4035}</a:tableStyleId>
              </a:tblPr>
              <a:tblGrid>
                <a:gridCol w="1904999">
                  <a:extLst>
                    <a:ext uri="{9D8B030D-6E8A-4147-A177-3AD203B41FA5}">
                      <a16:colId xmlns:a16="http://schemas.microsoft.com/office/drawing/2014/main" val="1300969720"/>
                    </a:ext>
                  </a:extLst>
                </a:gridCol>
                <a:gridCol w="6876287">
                  <a:extLst>
                    <a:ext uri="{9D8B030D-6E8A-4147-A177-3AD203B41FA5}">
                      <a16:colId xmlns:a16="http://schemas.microsoft.com/office/drawing/2014/main" val="2807994323"/>
                    </a:ext>
                  </a:extLst>
                </a:gridCol>
                <a:gridCol w="2551175">
                  <a:extLst>
                    <a:ext uri="{9D8B030D-6E8A-4147-A177-3AD203B41FA5}">
                      <a16:colId xmlns:a16="http://schemas.microsoft.com/office/drawing/2014/main" val="319675949"/>
                    </a:ext>
                  </a:extLst>
                </a:gridCol>
              </a:tblGrid>
              <a:tr h="431368">
                <a:tc>
                  <a:txBody>
                    <a:bodyPr/>
                    <a:lstStyle/>
                    <a:p>
                      <a:r>
                        <a:rPr lang="en-US" sz="1600"/>
                        <a:t>Ticket Number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Summary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Presenter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6109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DIABPS-123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[TECHNICAL] Create color scheme/branding for DIA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Noah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446091784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DIABPS-126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Reactivate a Requirement (Planning and Execution Modules)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Noah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161276163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DIABPS-167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View DRA Codes (Funds Management Module)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Noah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613059237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DIABPS-2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Manage DRA Codes (Funds Management Module)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Noah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527875657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DIABPS-169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View SPEC Codes (Funds Management Module)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Jacob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4034178699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DIABPS-53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Manage SPEC Codes (Funds Management Module)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Jacob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553518805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DIABPS-168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View PIA Codes (Funds Management Module)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Eugene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864771283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DIABPS-52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Manage PIA Codes (Funds Management Module)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Eugene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444998390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DIABPS-128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View a Tag (System-Wide)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Eugene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44242732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5DEE3-0563-B088-E4A9-822F2DA1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EF5FD-094A-6C50-CC88-952B2B122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F21A-93D7-2B30-489C-F1DB5C26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Story Overview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6EE01E-C65D-50B8-CE20-C1D301E9AB6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18005825"/>
              </p:ext>
            </p:extLst>
          </p:nvPr>
        </p:nvGraphicFramePr>
        <p:xfrm>
          <a:off x="381000" y="1344168"/>
          <a:ext cx="11332464" cy="2811322"/>
        </p:xfrm>
        <a:graphic>
          <a:graphicData uri="http://schemas.openxmlformats.org/drawingml/2006/table">
            <a:tbl>
              <a:tblPr firstRow="1" bandRow="1">
                <a:tableStyleId>{A0BC3CC4-8867-4C89-9D3F-A6A6B9ED4035}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300969720"/>
                    </a:ext>
                  </a:extLst>
                </a:gridCol>
                <a:gridCol w="6876288">
                  <a:extLst>
                    <a:ext uri="{9D8B030D-6E8A-4147-A177-3AD203B41FA5}">
                      <a16:colId xmlns:a16="http://schemas.microsoft.com/office/drawing/2014/main" val="2807994323"/>
                    </a:ext>
                  </a:extLst>
                </a:gridCol>
                <a:gridCol w="2551176">
                  <a:extLst>
                    <a:ext uri="{9D8B030D-6E8A-4147-A177-3AD203B41FA5}">
                      <a16:colId xmlns:a16="http://schemas.microsoft.com/office/drawing/2014/main" val="319675949"/>
                    </a:ext>
                  </a:extLst>
                </a:gridCol>
              </a:tblGrid>
              <a:tr h="431368">
                <a:tc>
                  <a:txBody>
                    <a:bodyPr/>
                    <a:lstStyle/>
                    <a:p>
                      <a:r>
                        <a:rPr lang="en-US" sz="1600"/>
                        <a:t>Ticket Number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Summary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Presenter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6109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DIABPS-36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Create a Planning Line Item, Fiscal Year Specific Fields Part 1 (Planning Module)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Tommy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446091784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DIABPS-9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Create Persistent Line Item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Aidan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161276163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DIABPS-72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View Planning Line Items, Fiscal Year Level Part 1 (Planning Module)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Mishelle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613059237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DIABPS-11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Update a Persistent Line Item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Mishelle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527875657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DIABPS-66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Update a Planning Line Item, Fiscal Year Specific Fields Part 1 (Planning Module)</a:t>
                      </a:r>
                      <a:endParaRPr lang="en-US"/>
                    </a:p>
                  </a:txBody>
                  <a:tcPr marL="9525" marR="9525" marT="9525" anchor="b"/>
                </a:tc>
                <a:tc>
                  <a:txBody>
                    <a:bodyPr/>
                    <a:lstStyle/>
                    <a:p>
                      <a:pPr marL="91440" lvl="0" algn="l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Mishelle</a:t>
                      </a:r>
                      <a:endParaRPr lang="en-US"/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403417869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90FCC-BCC5-204C-8FDF-27952D78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57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4648D-3CEF-6283-0D3E-D8406E623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5025-B444-27B2-D7A1-D247B7C9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Looking Ahead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0F8A0E-19B6-1A53-A98F-2630CE13F51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Roboto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198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7D113-B3EE-2310-B1AE-BA479750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F0C5-53BA-E12E-6BB8-081ED55B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Sprint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CA762-BEBC-AD2B-FEBE-50D4F7B8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" name="Picture 2" descr="A picture containing text&#10;&#10;AI-generated content may be incorrect.">
            <a:extLst>
              <a:ext uri="{FF2B5EF4-FFF2-40B4-BE49-F238E27FC236}">
                <a16:creationId xmlns:a16="http://schemas.microsoft.com/office/drawing/2014/main" id="{543533D0-70AF-6B58-3414-880CD4D93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5" y="1185757"/>
            <a:ext cx="8304917" cy="383491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4BBFF1-530C-8D73-A344-149F0DE00EEC}"/>
              </a:ext>
            </a:extLst>
          </p:cNvPr>
          <p:cNvSpPr txBox="1">
            <a:spLocks/>
          </p:cNvSpPr>
          <p:nvPr/>
        </p:nvSpPr>
        <p:spPr>
          <a:xfrm>
            <a:off x="402165" y="5417084"/>
            <a:ext cx="11250084" cy="10962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>
                <a:ea typeface="Roboto Light"/>
              </a:rPr>
              <a:t>2.1 Sprint Goal (draft): </a:t>
            </a:r>
            <a:r>
              <a:rPr lang="en-US">
                <a:ea typeface="+mn-lt"/>
                <a:cs typeface="+mn-lt"/>
              </a:rPr>
              <a:t>Continue to validate the BPS data model by redesigning how foundational data is managed (line items, funding structure fields). This is the first step in replacing legacy systems (</a:t>
            </a:r>
            <a:r>
              <a:rPr lang="en-US" err="1">
                <a:ea typeface="+mn-lt"/>
                <a:cs typeface="+mn-lt"/>
              </a:rPr>
              <a:t>iRMIS</a:t>
            </a:r>
            <a:r>
              <a:rPr lang="en-US">
                <a:ea typeface="+mn-lt"/>
                <a:cs typeface="+mn-lt"/>
              </a:rPr>
              <a:t> / </a:t>
            </a:r>
            <a:r>
              <a:rPr lang="en-US" err="1">
                <a:ea typeface="+mn-lt"/>
                <a:cs typeface="+mn-lt"/>
              </a:rPr>
              <a:t>iRMIS</a:t>
            </a:r>
            <a:r>
              <a:rPr lang="en-US">
                <a:ea typeface="+mn-lt"/>
                <a:cs typeface="+mn-lt"/>
              </a:rPr>
              <a:t>-FI) and unifying the </a:t>
            </a:r>
            <a:r>
              <a:rPr lang="en-US" err="1">
                <a:ea typeface="+mn-lt"/>
                <a:cs typeface="+mn-lt"/>
              </a:rPr>
              <a:t>iPPBE</a:t>
            </a:r>
            <a:r>
              <a:rPr lang="en-US">
                <a:ea typeface="+mn-lt"/>
                <a:cs typeface="+mn-lt"/>
              </a:rPr>
              <a:t> process at DIA. </a:t>
            </a:r>
            <a:endParaRPr lang="en-US">
              <a:ea typeface="Roboto"/>
              <a:cs typeface="Roboto"/>
            </a:endParaRPr>
          </a:p>
          <a:p>
            <a:endParaRPr lang="en-US" i="1">
              <a:cs typeface="Roboto"/>
            </a:endParaRPr>
          </a:p>
          <a:p>
            <a:endParaRPr lang="en-US" i="1">
              <a:cs typeface="Roboto"/>
            </a:endParaRPr>
          </a:p>
          <a:p>
            <a:endParaRPr lang="en-US" i="1"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193901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94381-5B2B-454A-3103-0A93A881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A722E-7EDF-593F-B971-EB260BB8F81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Roboto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88353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Groundswell_colors">
      <a:dk1>
        <a:srgbClr val="000000"/>
      </a:dk1>
      <a:lt1>
        <a:srgbClr val="FFFFFF"/>
      </a:lt1>
      <a:dk2>
        <a:srgbClr val="969696"/>
      </a:dk2>
      <a:lt2>
        <a:srgbClr val="E6E6DC"/>
      </a:lt2>
      <a:accent1>
        <a:srgbClr val="6BE39E"/>
      </a:accent1>
      <a:accent2>
        <a:srgbClr val="98ECBC"/>
      </a:accent2>
      <a:accent3>
        <a:srgbClr val="0EB4FF"/>
      </a:accent3>
      <a:accent4>
        <a:srgbClr val="61CEFF"/>
      </a:accent4>
      <a:accent5>
        <a:srgbClr val="84FF32"/>
      </a:accent5>
      <a:accent6>
        <a:srgbClr val="AAFF71"/>
      </a:accent6>
      <a:hlink>
        <a:srgbClr val="0070C0"/>
      </a:hlink>
      <a:folHlink>
        <a:srgbClr val="78B832"/>
      </a:folHlink>
    </a:clrScheme>
    <a:fontScheme name="Groundswell">
      <a:majorFont>
        <a:latin typeface="Magistral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Arial_Fixed-Accessibility_20220110" id="{CA583B9F-0B41-D840-A7C7-3E651F2D53C4}" vid="{48F61398-557F-264C-9F4B-910CD90DBA59}"/>
    </a:ext>
  </a:extLst>
</a:theme>
</file>

<file path=ppt/theme/theme2.xml><?xml version="1.0" encoding="utf-8"?>
<a:theme xmlns:a="http://schemas.openxmlformats.org/drawingml/2006/main" name="Groundswell">
  <a:themeElements>
    <a:clrScheme name="Groundswell_colors">
      <a:dk1>
        <a:srgbClr val="000000"/>
      </a:dk1>
      <a:lt1>
        <a:srgbClr val="FFFFFF"/>
      </a:lt1>
      <a:dk2>
        <a:srgbClr val="969696"/>
      </a:dk2>
      <a:lt2>
        <a:srgbClr val="E6E6DC"/>
      </a:lt2>
      <a:accent1>
        <a:srgbClr val="6BE39E"/>
      </a:accent1>
      <a:accent2>
        <a:srgbClr val="98ECBC"/>
      </a:accent2>
      <a:accent3>
        <a:srgbClr val="0EB4FF"/>
      </a:accent3>
      <a:accent4>
        <a:srgbClr val="61CEFF"/>
      </a:accent4>
      <a:accent5>
        <a:srgbClr val="84FF32"/>
      </a:accent5>
      <a:accent6>
        <a:srgbClr val="AAFF71"/>
      </a:accent6>
      <a:hlink>
        <a:srgbClr val="0070C0"/>
      </a:hlink>
      <a:folHlink>
        <a:srgbClr val="78B832"/>
      </a:folHlink>
    </a:clrScheme>
    <a:fontScheme name="Groundswell">
      <a:majorFont>
        <a:latin typeface="Magistral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Groundswell" id="{16B9E6E2-CF48-48C9-82D5-307F745B15B6}" vid="{B60F9CA3-305F-4077-8EF7-383D079F054A}"/>
    </a:ext>
  </a:extLst>
</a:theme>
</file>

<file path=ppt/theme/theme3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A32C4F77C3334C8BFEB5332318D1AA" ma:contentTypeVersion="20" ma:contentTypeDescription="Create a new document." ma:contentTypeScope="" ma:versionID="e503fcb77c401b4776d7639fafadf98e">
  <xsd:schema xmlns:xsd="http://www.w3.org/2001/XMLSchema" xmlns:xs="http://www.w3.org/2001/XMLSchema" xmlns:p="http://schemas.microsoft.com/office/2006/metadata/properties" xmlns:ns2="d8f5ae6a-ec56-40f2-bc7a-3e59f76e0214" xmlns:ns3="99f14b95-789e-40d6-8c96-5e9cb7a3146a" targetNamespace="http://schemas.microsoft.com/office/2006/metadata/properties" ma:root="true" ma:fieldsID="003ceb8c8fedf0e7e02e08678ccfce0f" ns2:_="" ns3:_="">
    <xsd:import namespace="d8f5ae6a-ec56-40f2-bc7a-3e59f76e0214"/>
    <xsd:import namespace="99f14b95-789e-40d6-8c96-5e9cb7a314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Order0" minOccurs="0"/>
                <xsd:element ref="ns2:ReviewStatus" minOccurs="0"/>
                <xsd:element ref="ns2:Epic" minOccurs="0"/>
                <xsd:element ref="ns2:Doc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f5ae6a-ec56-40f2-bc7a-3e59f76e02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e8826d9-3e3f-4f02-9e43-158d602268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rder0" ma:index="23" nillable="true" ma:displayName="Order" ma:format="Dropdown" ma:internalName="Order0" ma:percentage="FALSE">
      <xsd:simpleType>
        <xsd:restriction base="dms:Number"/>
      </xsd:simpleType>
    </xsd:element>
    <xsd:element name="ReviewStatus" ma:index="24" nillable="true" ma:displayName="Status" ma:format="Dropdown" ma:internalName="ReviewStatus">
      <xsd:simpleType>
        <xsd:restriction base="dms:Choice">
          <xsd:enumeration value="Draft"/>
          <xsd:enumeration value="Ready for Review"/>
          <xsd:enumeration value="Complete"/>
        </xsd:restriction>
      </xsd:simpleType>
    </xsd:element>
    <xsd:element name="Epic" ma:index="25" nillable="true" ma:displayName="Locations" ma:format="Dropdown" ma:internalName="Epic">
      <xsd:simpleType>
        <xsd:restriction base="dms:Choice">
          <xsd:enumeration value="Program"/>
          <xsd:enumeration value="Project"/>
          <xsd:enumeration value="Procurement"/>
          <xsd:enumeration value="Admin Actions"/>
          <xsd:enumeration value="System"/>
        </xsd:restriction>
      </xsd:simpleType>
    </xsd:element>
    <xsd:element name="DocStatus" ma:index="26" nillable="true" ma:displayName="Doc Status" ma:description="Where the document is in process" ma:format="Dropdown" ma:internalName="DocStatus">
      <xsd:simpleType>
        <xsd:restriction base="dms:Choice">
          <xsd:enumeration value="Draft"/>
          <xsd:enumeration value="Ready to Review"/>
          <xsd:enumeration value="Complete"/>
          <xsd:enumeration value="Working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14b95-789e-40d6-8c96-5e9cb7a3146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29b5353-a9a8-4096-a487-da5c02bb385e}" ma:internalName="TaxCatchAll" ma:showField="CatchAllData" ma:web="99f14b95-789e-40d6-8c96-5e9cb7a314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ewStatus xmlns="d8f5ae6a-ec56-40f2-bc7a-3e59f76e0214" xsi:nil="true"/>
    <Order0 xmlns="d8f5ae6a-ec56-40f2-bc7a-3e59f76e0214" xsi:nil="true"/>
    <lcf76f155ced4ddcb4097134ff3c332f xmlns="d8f5ae6a-ec56-40f2-bc7a-3e59f76e0214">
      <Terms xmlns="http://schemas.microsoft.com/office/infopath/2007/PartnerControls"/>
    </lcf76f155ced4ddcb4097134ff3c332f>
    <TaxCatchAll xmlns="99f14b95-789e-40d6-8c96-5e9cb7a3146a" xsi:nil="true"/>
    <Epic xmlns="d8f5ae6a-ec56-40f2-bc7a-3e59f76e0214" xsi:nil="true"/>
    <DocStatus xmlns="d8f5ae6a-ec56-40f2-bc7a-3e59f76e0214" xsi:nil="true"/>
  </documentManagement>
</p:properties>
</file>

<file path=customXml/itemProps1.xml><?xml version="1.0" encoding="utf-8"?>
<ds:datastoreItem xmlns:ds="http://schemas.openxmlformats.org/officeDocument/2006/customXml" ds:itemID="{D484A3DA-4566-4872-AD6D-3AC675238C1C}">
  <ds:schemaRefs>
    <ds:schemaRef ds:uri="99f14b95-789e-40d6-8c96-5e9cb7a3146a"/>
    <ds:schemaRef ds:uri="d8f5ae6a-ec56-40f2-bc7a-3e59f76e02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98DB727-AC34-4C30-9E68-EF6F01841F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E78B35-E5AF-4E3E-91F0-CAEA0A25F1CA}">
  <ds:schemaRefs>
    <ds:schemaRef ds:uri="99f14b95-789e-40d6-8c96-5e9cb7a3146a"/>
    <ds:schemaRef ds:uri="d8f5ae6a-ec56-40f2-bc7a-3e59f76e021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a7f5a41-0404-40fd-809c-566cba2a1a3d}" enabled="0" method="" siteId="{4a7f5a41-0404-40fd-809c-566cba2a1a3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Accenture 2020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Accenture 2020</vt:lpstr>
      <vt:lpstr>Groundswell</vt:lpstr>
      <vt:lpstr>BPS Sprint 1.2 Review</vt:lpstr>
      <vt:lpstr>Agenda</vt:lpstr>
      <vt:lpstr>BPS Program Goals</vt:lpstr>
      <vt:lpstr>Sprint Overview</vt:lpstr>
      <vt:lpstr>Next Iteration</vt:lpstr>
      <vt:lpstr>Sprint 1.2 Overview</vt:lpstr>
      <vt:lpstr>Sprint Velocity</vt:lpstr>
      <vt:lpstr>Demo</vt:lpstr>
      <vt:lpstr>Feedback</vt:lpstr>
      <vt:lpstr>Demo Notes</vt:lpstr>
      <vt:lpstr>Story Overview</vt:lpstr>
      <vt:lpstr>Story Overview (cont.)</vt:lpstr>
      <vt:lpstr>Looking Ahead</vt:lpstr>
      <vt:lpstr>Next Sprint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1</cp:revision>
  <dcterms:created xsi:type="dcterms:W3CDTF">2026-08-12T18:53:41Z</dcterms:created>
  <dcterms:modified xsi:type="dcterms:W3CDTF">2026-09-10T20:05:05Z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0x010100D8A32C4F77C3334C8BFEB5332318D1AA</vt:lpwstr>
  </property>
  <property fmtid="{D5CDD505-2E9C-101B-9397-08002B2CF9AE}" pid="3" name="MediaServiceImageTags">
    <vt:lpwstr/>
  </property>
</Properties>
</file>