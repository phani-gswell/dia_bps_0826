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  <p:sldMasterId id="2147483763" r:id="rId5"/>
  </p:sldMasterIdLst>
  <p:notesMasterIdLst>
    <p:notesMasterId r:id="rId21"/>
  </p:notesMasterIdLst>
  <p:sldIdLst>
    <p:sldId id="1262" r:id="rId6"/>
    <p:sldId id="266" r:id="rId7"/>
    <p:sldId id="434" r:id="rId8"/>
    <p:sldId id="2145707755" r:id="rId9"/>
    <p:sldId id="2145707751" r:id="rId10"/>
    <p:sldId id="2145707762" r:id="rId11"/>
    <p:sldId id="2145707752" r:id="rId12"/>
    <p:sldId id="2145707758" r:id="rId13"/>
    <p:sldId id="2145707757" r:id="rId14"/>
    <p:sldId id="2145707753" r:id="rId15"/>
    <p:sldId id="2145707754" r:id="rId16"/>
    <p:sldId id="2145707760" r:id="rId17"/>
    <p:sldId id="2145707759" r:id="rId18"/>
    <p:sldId id="2145707756" r:id="rId19"/>
    <p:sldId id="365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41F0"/>
    <a:srgbClr val="00EB81"/>
    <a:srgbClr val="969696"/>
    <a:srgbClr val="00B8FF"/>
    <a:srgbClr val="FFFFFF"/>
    <a:srgbClr val="E6DCFF"/>
    <a:srgbClr val="DCAFFF"/>
    <a:srgbClr val="FF50A0"/>
    <a:srgbClr val="FF3246"/>
    <a:srgbClr val="00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685D107-5E09-4FFD-A50B-C069CBFD3A20}" v="10" dt="2026-09-16T18:26:34.604"/>
  </p1510:revLst>
</p1510:revInfo>
</file>

<file path=ppt/tableStyles.xml><?xml version="1.0" encoding="utf-8"?>
<a:tblStyleLst xmlns:a="http://schemas.openxmlformats.org/drawingml/2006/main" def="{A0BC3CC4-8867-4C89-9D3F-A6A6B9ED4035}">
  <a:tblStyle styleId="{A0BC3CC4-8867-4C89-9D3F-A6A6B9ED4035}" styleName="Acc_Table_1">
    <a:wholeTbl>
      <a:tcTxStyle>
        <a:fontRef idx="minor">
          <a:prstClr val="black"/>
        </a:fontRef>
        <a:schemeClr val="dk1"/>
      </a:tcTxStyle>
      <a:tcStyle>
        <a:tcBdr>
          <a:left>
            <a:ln w="0" cmpd="sng">
              <a:solidFill>
                <a:srgbClr val="FFFFFF"/>
              </a:solidFill>
            </a:ln>
          </a:left>
          <a:right>
            <a:ln w="0" cmpd="sng">
              <a:solidFill>
                <a:srgbClr val="FFFFFF"/>
              </a:solidFill>
            </a:ln>
          </a:right>
          <a:top>
            <a:ln w="0" cmpd="sng">
              <a:solidFill>
                <a:srgbClr val="FFFFFF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6350" cmpd="sng">
              <a:solidFill>
                <a:srgbClr val="D9D9D9"/>
              </a:solidFill>
            </a:ln>
          </a:insideH>
          <a:insideV>
            <a:ln w="6350" cmpd="sng">
              <a:solidFill>
                <a:srgbClr val="D9D9D9"/>
              </a:solidFill>
            </a:ln>
          </a:insideV>
        </a:tcBdr>
        <a:fill>
          <a:noFill/>
        </a:fill>
      </a:tcStyle>
    </a:wholeTbl>
    <a:band1H>
      <a:tcTxStyle>
        <a:fontRef idx="minor">
          <a:prstClr val="black"/>
        </a:fontRef>
        <a:schemeClr val="dk1"/>
      </a:tcTxStyle>
      <a:tcStyle>
        <a:tcBdr/>
        <a:fill>
          <a:solidFill>
            <a:srgbClr val="F2F2F2"/>
          </a:solidFill>
        </a:fill>
      </a:tcStyle>
    </a:band1H>
    <a:band1V>
      <a:tcTxStyle>
        <a:fontRef idx="minor">
          <a:prstClr val="black"/>
        </a:fontRef>
        <a:schemeClr val="dk1"/>
      </a:tcTxStyle>
      <a:tcStyle>
        <a:tcBdr/>
        <a:fill>
          <a:solidFill>
            <a:srgbClr val="F2F2F2"/>
          </a:solidFill>
        </a:fill>
      </a:tcStyle>
    </a:band1V>
    <a:lastCol>
      <a:tcTxStyle b="on">
        <a:fontRef idx="minor">
          <a:prstClr val="black"/>
        </a:fontRef>
        <a:schemeClr val="dk1"/>
      </a:tcTxStyle>
      <a:tcStyle>
        <a:tcBdr/>
      </a:tcStyle>
    </a:lastCol>
    <a:firstCol>
      <a:tcTxStyle b="on">
        <a:fontRef idx="minor">
          <a:prstClr val="black"/>
        </a:fontRef>
        <a:schemeClr val="dk1"/>
      </a:tcTxStyle>
      <a:tcStyle>
        <a:tcBdr/>
      </a:tcStyle>
    </a:firstCol>
    <a:lastRow>
      <a:tcTxStyle b="on">
        <a:fontRef idx="minor">
          <a:prstClr val="black"/>
        </a:fontRef>
        <a:schemeClr val="dk1"/>
      </a:tcTxStyle>
      <a:tcStyle>
        <a:tcBdr/>
      </a:tcStyle>
    </a:lastRow>
    <a:firstRow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20" d="100"/>
          <a:sy n="120" d="100"/>
        </p:scale>
        <p:origin x="1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viewProps" Target="viewProp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rryl Price" userId="S::dprice@gswell.com::5a60e543-86a4-46e7-af8b-528153fbdb7f" providerId="AD" clId="Web-{3224827E-8163-042A-1088-E14DEF38028D}"/>
    <pc:docChg chg="modSld">
      <pc:chgData name="Darryl Price" userId="S::dprice@gswell.com::5a60e543-86a4-46e7-af8b-528153fbdb7f" providerId="AD" clId="Web-{3224827E-8163-042A-1088-E14DEF38028D}" dt="2026-08-26T19:20:43.295" v="0"/>
      <pc:docMkLst>
        <pc:docMk/>
      </pc:docMkLst>
      <pc:sldChg chg="addSp modSp">
        <pc:chgData name="Darryl Price" userId="S::dprice@gswell.com::5a60e543-86a4-46e7-af8b-528153fbdb7f" providerId="AD" clId="Web-{3224827E-8163-042A-1088-E14DEF38028D}" dt="2026-08-26T19:20:43.295" v="0"/>
        <pc:sldMkLst>
          <pc:docMk/>
          <pc:sldMk cId="1350299923" sldId="2145707752"/>
        </pc:sldMkLst>
      </pc:sldChg>
    </pc:docChg>
  </pc:docChgLst>
  <pc:docChgLst>
    <pc:chgData name="Darryl Price" userId="S::dprice@gswell.com::5a60e543-86a4-46e7-af8b-528153fbdb7f" providerId="AD" clId="Web-{62DA6AFE-0703-3767-BAD2-0BECD45ADA93}"/>
    <pc:docChg chg="addSld delSld modSld">
      <pc:chgData name="Darryl Price" userId="S::dprice@gswell.com::5a60e543-86a4-46e7-af8b-528153fbdb7f" providerId="AD" clId="Web-{62DA6AFE-0703-3767-BAD2-0BECD45ADA93}" dt="2026-08-26T19:09:09.581" v="390"/>
      <pc:docMkLst>
        <pc:docMk/>
      </pc:docMkLst>
      <pc:sldChg chg="modSp">
        <pc:chgData name="Darryl Price" userId="S::dprice@gswell.com::5a60e543-86a4-46e7-af8b-528153fbdb7f" providerId="AD" clId="Web-{62DA6AFE-0703-3767-BAD2-0BECD45ADA93}" dt="2026-08-26T18:38:26.772" v="48" actId="20577"/>
        <pc:sldMkLst>
          <pc:docMk/>
          <pc:sldMk cId="1671372882" sldId="266"/>
        </pc:sldMkLst>
        <pc:spChg chg="mod">
          <ac:chgData name="Darryl Price" userId="S::dprice@gswell.com::5a60e543-86a4-46e7-af8b-528153fbdb7f" providerId="AD" clId="Web-{62DA6AFE-0703-3767-BAD2-0BECD45ADA93}" dt="2026-08-26T18:36:48.554" v="32" actId="20577"/>
          <ac:spMkLst>
            <pc:docMk/>
            <pc:sldMk cId="1671372882" sldId="266"/>
            <ac:spMk id="5" creationId="{CE422875-EDAA-48FF-A282-26952DB0C58F}"/>
          </ac:spMkLst>
        </pc:spChg>
        <pc:spChg chg="mod">
          <ac:chgData name="Darryl Price" userId="S::dprice@gswell.com::5a60e543-86a4-46e7-af8b-528153fbdb7f" providerId="AD" clId="Web-{62DA6AFE-0703-3767-BAD2-0BECD45ADA93}" dt="2026-08-26T18:38:04.428" v="37" actId="20577"/>
          <ac:spMkLst>
            <pc:docMk/>
            <pc:sldMk cId="1671372882" sldId="266"/>
            <ac:spMk id="6" creationId="{75C65787-9125-4790-B3F2-CF1B59158F48}"/>
          </ac:spMkLst>
        </pc:spChg>
        <pc:spChg chg="mod">
          <ac:chgData name="Darryl Price" userId="S::dprice@gswell.com::5a60e543-86a4-46e7-af8b-528153fbdb7f" providerId="AD" clId="Web-{62DA6AFE-0703-3767-BAD2-0BECD45ADA93}" dt="2026-08-26T18:38:10.069" v="39" actId="20577"/>
          <ac:spMkLst>
            <pc:docMk/>
            <pc:sldMk cId="1671372882" sldId="266"/>
            <ac:spMk id="7" creationId="{91845080-64D9-4192-98A6-69D53C705628}"/>
          </ac:spMkLst>
        </pc:spChg>
        <pc:spChg chg="mod">
          <ac:chgData name="Darryl Price" userId="S::dprice@gswell.com::5a60e543-86a4-46e7-af8b-528153fbdb7f" providerId="AD" clId="Web-{62DA6AFE-0703-3767-BAD2-0BECD45ADA93}" dt="2026-08-26T18:38:16.163" v="42" actId="20577"/>
          <ac:spMkLst>
            <pc:docMk/>
            <pc:sldMk cId="1671372882" sldId="266"/>
            <ac:spMk id="8" creationId="{500B9542-3140-4DAC-81AA-3DECE8BBA013}"/>
          </ac:spMkLst>
        </pc:spChg>
        <pc:spChg chg="mod">
          <ac:chgData name="Darryl Price" userId="S::dprice@gswell.com::5a60e543-86a4-46e7-af8b-528153fbdb7f" providerId="AD" clId="Web-{62DA6AFE-0703-3767-BAD2-0BECD45ADA93}" dt="2026-08-26T18:38:21.741" v="45" actId="20577"/>
          <ac:spMkLst>
            <pc:docMk/>
            <pc:sldMk cId="1671372882" sldId="266"/>
            <ac:spMk id="23" creationId="{E9CAA36C-0783-3CDD-E8EE-9A00D24BDA81}"/>
          </ac:spMkLst>
        </pc:spChg>
        <pc:spChg chg="mod">
          <ac:chgData name="Darryl Price" userId="S::dprice@gswell.com::5a60e543-86a4-46e7-af8b-528153fbdb7f" providerId="AD" clId="Web-{62DA6AFE-0703-3767-BAD2-0BECD45ADA93}" dt="2026-08-26T18:38:26.772" v="48" actId="20577"/>
          <ac:spMkLst>
            <pc:docMk/>
            <pc:sldMk cId="1671372882" sldId="266"/>
            <ac:spMk id="27" creationId="{E853EA43-3A83-231E-86AB-B060F63D38EE}"/>
          </ac:spMkLst>
        </pc:spChg>
        <pc:spChg chg="mod">
          <ac:chgData name="Darryl Price" userId="S::dprice@gswell.com::5a60e543-86a4-46e7-af8b-528153fbdb7f" providerId="AD" clId="Web-{62DA6AFE-0703-3767-BAD2-0BECD45ADA93}" dt="2026-08-26T18:38:24.303" v="47" actId="20577"/>
          <ac:spMkLst>
            <pc:docMk/>
            <pc:sldMk cId="1671372882" sldId="266"/>
            <ac:spMk id="31" creationId="{3F1F86E9-D0A2-48A1-0611-A97CD51126D2}"/>
          </ac:spMkLst>
        </pc:spChg>
      </pc:sldChg>
      <pc:sldChg chg="modSp">
        <pc:chgData name="Darryl Price" userId="S::dprice@gswell.com::5a60e543-86a4-46e7-af8b-528153fbdb7f" providerId="AD" clId="Web-{62DA6AFE-0703-3767-BAD2-0BECD45ADA93}" dt="2026-08-26T18:35:50.725" v="3" actId="20577"/>
        <pc:sldMkLst>
          <pc:docMk/>
          <pc:sldMk cId="3159335140" sldId="1262"/>
        </pc:sldMkLst>
        <pc:spChg chg="mod">
          <ac:chgData name="Darryl Price" userId="S::dprice@gswell.com::5a60e543-86a4-46e7-af8b-528153fbdb7f" providerId="AD" clId="Web-{62DA6AFE-0703-3767-BAD2-0BECD45ADA93}" dt="2026-08-26T18:35:46.663" v="2" actId="20577"/>
          <ac:spMkLst>
            <pc:docMk/>
            <pc:sldMk cId="3159335140" sldId="1262"/>
            <ac:spMk id="2" creationId="{05226739-177D-79C6-B1D4-AB288B0CEE39}"/>
          </ac:spMkLst>
        </pc:spChg>
        <pc:spChg chg="mod">
          <ac:chgData name="Darryl Price" userId="S::dprice@gswell.com::5a60e543-86a4-46e7-af8b-528153fbdb7f" providerId="AD" clId="Web-{62DA6AFE-0703-3767-BAD2-0BECD45ADA93}" dt="2026-08-26T18:35:50.725" v="3" actId="20577"/>
          <ac:spMkLst>
            <pc:docMk/>
            <pc:sldMk cId="3159335140" sldId="1262"/>
            <ac:spMk id="3" creationId="{3F65F67E-E71F-23B0-CB27-9CEA5836F9E8}"/>
          </ac:spMkLst>
        </pc:spChg>
      </pc:sldChg>
      <pc:sldChg chg="addSp delSp modSp">
        <pc:chgData name="Darryl Price" userId="S::dprice@gswell.com::5a60e543-86a4-46e7-af8b-528153fbdb7f" providerId="AD" clId="Web-{62DA6AFE-0703-3767-BAD2-0BECD45ADA93}" dt="2026-08-26T19:09:09.581" v="390"/>
        <pc:sldMkLst>
          <pc:docMk/>
          <pc:sldMk cId="1350299923" sldId="2145707752"/>
        </pc:sldMkLst>
      </pc:sldChg>
      <pc:sldChg chg="addSp modSp">
        <pc:chgData name="Darryl Price" userId="S::dprice@gswell.com::5a60e543-86a4-46e7-af8b-528153fbdb7f" providerId="AD" clId="Web-{62DA6AFE-0703-3767-BAD2-0BECD45ADA93}" dt="2026-08-26T19:04:20.441" v="380" actId="1076"/>
        <pc:sldMkLst>
          <pc:docMk/>
          <pc:sldMk cId="1078579850" sldId="2145707753"/>
        </pc:sldMkLst>
        <pc:spChg chg="mod">
          <ac:chgData name="Darryl Price" userId="S::dprice@gswell.com::5a60e543-86a4-46e7-af8b-528153fbdb7f" providerId="AD" clId="Web-{62DA6AFE-0703-3767-BAD2-0BECD45ADA93}" dt="2026-08-26T19:04:20.441" v="380" actId="1076"/>
          <ac:spMkLst>
            <pc:docMk/>
            <pc:sldMk cId="1078579850" sldId="2145707753"/>
            <ac:spMk id="3" creationId="{B1AEA261-DECF-B7D5-37FB-60440DC7BA9D}"/>
          </ac:spMkLst>
        </pc:spChg>
        <pc:spChg chg="mod">
          <ac:chgData name="Darryl Price" userId="S::dprice@gswell.com::5a60e543-86a4-46e7-af8b-528153fbdb7f" providerId="AD" clId="Web-{62DA6AFE-0703-3767-BAD2-0BECD45ADA93}" dt="2026-08-26T19:03:59.988" v="375" actId="1076"/>
          <ac:spMkLst>
            <pc:docMk/>
            <pc:sldMk cId="1078579850" sldId="2145707753"/>
            <ac:spMk id="4" creationId="{45DE8FBC-A066-BB56-8BE1-71F2E0055BBB}"/>
          </ac:spMkLst>
        </pc:spChg>
        <pc:spChg chg="add mod">
          <ac:chgData name="Darryl Price" userId="S::dprice@gswell.com::5a60e543-86a4-46e7-af8b-528153fbdb7f" providerId="AD" clId="Web-{62DA6AFE-0703-3767-BAD2-0BECD45ADA93}" dt="2026-08-26T19:04:05.769" v="377" actId="1076"/>
          <ac:spMkLst>
            <pc:docMk/>
            <pc:sldMk cId="1078579850" sldId="2145707753"/>
            <ac:spMk id="6" creationId="{37235630-F32E-9200-5273-8D54381134B2}"/>
          </ac:spMkLst>
        </pc:spChg>
        <pc:picChg chg="mod">
          <ac:chgData name="Darryl Price" userId="S::dprice@gswell.com::5a60e543-86a4-46e7-af8b-528153fbdb7f" providerId="AD" clId="Web-{62DA6AFE-0703-3767-BAD2-0BECD45ADA93}" dt="2026-08-26T19:04:09.050" v="378" actId="1076"/>
          <ac:picMkLst>
            <pc:docMk/>
            <pc:sldMk cId="1078579850" sldId="2145707753"/>
            <ac:picMk id="7" creationId="{17252478-C66B-D2C2-9D5B-C274EF275EC1}"/>
          </ac:picMkLst>
        </pc:picChg>
        <pc:picChg chg="mod">
          <ac:chgData name="Darryl Price" userId="S::dprice@gswell.com::5a60e543-86a4-46e7-af8b-528153fbdb7f" providerId="AD" clId="Web-{62DA6AFE-0703-3767-BAD2-0BECD45ADA93}" dt="2026-08-26T19:04:11.863" v="379" actId="1076"/>
          <ac:picMkLst>
            <pc:docMk/>
            <pc:sldMk cId="1078579850" sldId="2145707753"/>
            <ac:picMk id="8" creationId="{EB9CA755-468E-A8CD-2ACE-68056BFAE6E3}"/>
          </ac:picMkLst>
        </pc:picChg>
        <pc:picChg chg="add mod">
          <ac:chgData name="Darryl Price" userId="S::dprice@gswell.com::5a60e543-86a4-46e7-af8b-528153fbdb7f" providerId="AD" clId="Web-{62DA6AFE-0703-3767-BAD2-0BECD45ADA93}" dt="2026-08-26T19:04:02.597" v="376" actId="1076"/>
          <ac:picMkLst>
            <pc:docMk/>
            <pc:sldMk cId="1078579850" sldId="2145707753"/>
            <ac:picMk id="9" creationId="{8E9B02C6-F73B-AD8D-ED6B-1B9119C0605F}"/>
          </ac:picMkLst>
        </pc:picChg>
      </pc:sldChg>
      <pc:sldChg chg="modSp">
        <pc:chgData name="Darryl Price" userId="S::dprice@gswell.com::5a60e543-86a4-46e7-af8b-528153fbdb7f" providerId="AD" clId="Web-{62DA6AFE-0703-3767-BAD2-0BECD45ADA93}" dt="2026-08-26T18:45:44.162" v="292" actId="20577"/>
        <pc:sldMkLst>
          <pc:docMk/>
          <pc:sldMk cId="301274772" sldId="2145707754"/>
        </pc:sldMkLst>
        <pc:spChg chg="mod">
          <ac:chgData name="Darryl Price" userId="S::dprice@gswell.com::5a60e543-86a4-46e7-af8b-528153fbdb7f" providerId="AD" clId="Web-{62DA6AFE-0703-3767-BAD2-0BECD45ADA93}" dt="2026-08-26T18:45:44.162" v="292" actId="20577"/>
          <ac:spMkLst>
            <pc:docMk/>
            <pc:sldMk cId="301274772" sldId="2145707754"/>
            <ac:spMk id="2" creationId="{62437C5E-FFB5-EC34-C58D-E771AB6EC7F7}"/>
          </ac:spMkLst>
        </pc:spChg>
        <pc:graphicFrameChg chg="mod modGraphic">
          <ac:chgData name="Darryl Price" userId="S::dprice@gswell.com::5a60e543-86a4-46e7-af8b-528153fbdb7f" providerId="AD" clId="Web-{62DA6AFE-0703-3767-BAD2-0BECD45ADA93}" dt="2026-08-26T18:45:31.912" v="291"/>
          <ac:graphicFrameMkLst>
            <pc:docMk/>
            <pc:sldMk cId="301274772" sldId="2145707754"/>
            <ac:graphicFrameMk id="4" creationId="{C8A75358-47D7-CCFE-4C03-89A719649512}"/>
          </ac:graphicFrameMkLst>
        </pc:graphicFrameChg>
      </pc:sldChg>
      <pc:sldChg chg="modSp">
        <pc:chgData name="Darryl Price" userId="S::dprice@gswell.com::5a60e543-86a4-46e7-af8b-528153fbdb7f" providerId="AD" clId="Web-{62DA6AFE-0703-3767-BAD2-0BECD45ADA93}" dt="2026-08-26T18:37:19.288" v="33" actId="1076"/>
        <pc:sldMkLst>
          <pc:docMk/>
          <pc:sldMk cId="2905788456" sldId="2145707755"/>
        </pc:sldMkLst>
        <pc:cxnChg chg="mod">
          <ac:chgData name="Darryl Price" userId="S::dprice@gswell.com::5a60e543-86a4-46e7-af8b-528153fbdb7f" providerId="AD" clId="Web-{62DA6AFE-0703-3767-BAD2-0BECD45ADA93}" dt="2026-08-26T18:37:19.288" v="33" actId="1076"/>
          <ac:cxnSpMkLst>
            <pc:docMk/>
            <pc:sldMk cId="2905788456" sldId="2145707755"/>
            <ac:cxnSpMk id="3" creationId="{226798DB-15CA-0048-6268-174C2292172B}"/>
          </ac:cxnSpMkLst>
        </pc:cxnChg>
      </pc:sldChg>
      <pc:sldChg chg="delSp modSp">
        <pc:chgData name="Darryl Price" userId="S::dprice@gswell.com::5a60e543-86a4-46e7-af8b-528153fbdb7f" providerId="AD" clId="Web-{62DA6AFE-0703-3767-BAD2-0BECD45ADA93}" dt="2026-08-26T18:56:32.629" v="348" actId="20577"/>
        <pc:sldMkLst>
          <pc:docMk/>
          <pc:sldMk cId="4193901533" sldId="2145707756"/>
        </pc:sldMkLst>
        <pc:spChg chg="mod">
          <ac:chgData name="Darryl Price" userId="S::dprice@gswell.com::5a60e543-86a4-46e7-af8b-528153fbdb7f" providerId="AD" clId="Web-{62DA6AFE-0703-3767-BAD2-0BECD45ADA93}" dt="2026-08-26T18:56:24.379" v="337" actId="20577"/>
          <ac:spMkLst>
            <pc:docMk/>
            <pc:sldMk cId="4193901533" sldId="2145707756"/>
            <ac:spMk id="2" creationId="{D2F9F0C5-53BA-E12E-6BB8-081ED55B96AB}"/>
          </ac:spMkLst>
        </pc:spChg>
      </pc:sldChg>
      <pc:sldChg chg="modSp add replId">
        <pc:chgData name="Darryl Price" userId="S::dprice@gswell.com::5a60e543-86a4-46e7-af8b-528153fbdb7f" providerId="AD" clId="Web-{62DA6AFE-0703-3767-BAD2-0BECD45ADA93}" dt="2026-08-26T18:46:47.380" v="301"/>
        <pc:sldMkLst>
          <pc:docMk/>
          <pc:sldMk cId="4012457231" sldId="2145707760"/>
        </pc:sldMkLst>
        <pc:spChg chg="mod">
          <ac:chgData name="Darryl Price" userId="S::dprice@gswell.com::5a60e543-86a4-46e7-af8b-528153fbdb7f" providerId="AD" clId="Web-{62DA6AFE-0703-3767-BAD2-0BECD45ADA93}" dt="2026-08-26T18:45:48.724" v="299" actId="20577"/>
          <ac:spMkLst>
            <pc:docMk/>
            <pc:sldMk cId="4012457231" sldId="2145707760"/>
            <ac:spMk id="2" creationId="{C161F21A-93D7-2B30-489C-F1DB5C26C1EB}"/>
          </ac:spMkLst>
        </pc:spChg>
        <pc:graphicFrameChg chg="mod modGraphic">
          <ac:chgData name="Darryl Price" userId="S::dprice@gswell.com::5a60e543-86a4-46e7-af8b-528153fbdb7f" providerId="AD" clId="Web-{62DA6AFE-0703-3767-BAD2-0BECD45ADA93}" dt="2026-08-26T18:46:47.380" v="301"/>
          <ac:graphicFrameMkLst>
            <pc:docMk/>
            <pc:sldMk cId="4012457231" sldId="2145707760"/>
            <ac:graphicFrameMk id="4" creationId="{466EE01E-C65D-50B8-CE20-C1D301E9AB6E}"/>
          </ac:graphicFrameMkLst>
        </pc:graphicFrameChg>
      </pc:sldChg>
    </pc:docChg>
  </pc:docChgLst>
  <pc:docChgLst>
    <pc:chgData name="Daniel Ware" userId="1a6a4bc9-99b1-4692-9b2c-6e82a442ba98" providerId="ADAL" clId="{C9D16943-30A1-4CCD-B599-AAEBFE195E82}"/>
    <pc:docChg chg="undo custSel addSld modSld sldOrd">
      <pc:chgData name="Daniel Ware" userId="1a6a4bc9-99b1-4692-9b2c-6e82a442ba98" providerId="ADAL" clId="{C9D16943-30A1-4CCD-B599-AAEBFE195E82}" dt="2026-09-10T20:05:01.641" v="1117" actId="478"/>
      <pc:docMkLst>
        <pc:docMk/>
      </pc:docMkLst>
      <pc:sldChg chg="addSp delSp modSp add mod ord">
        <pc:chgData name="Daniel Ware" userId="1a6a4bc9-99b1-4692-9b2c-6e82a442ba98" providerId="ADAL" clId="{C9D16943-30A1-4CCD-B599-AAEBFE195E82}" dt="2026-09-02T14:16:43.254" v="604" actId="20577"/>
        <pc:sldMkLst>
          <pc:docMk/>
          <pc:sldMk cId="1435545135" sldId="434"/>
        </pc:sldMkLst>
        <pc:spChg chg="mod ord">
          <ac:chgData name="Daniel Ware" userId="1a6a4bc9-99b1-4692-9b2c-6e82a442ba98" providerId="ADAL" clId="{C9D16943-30A1-4CCD-B599-AAEBFE195E82}" dt="2026-09-02T14:16:43.254" v="604" actId="20577"/>
          <ac:spMkLst>
            <pc:docMk/>
            <pc:sldMk cId="1435545135" sldId="434"/>
            <ac:spMk id="3" creationId="{69491B77-0FBE-F09E-EE91-B45A343D81B3}"/>
          </ac:spMkLst>
        </pc:spChg>
        <pc:picChg chg="add mod">
          <ac:chgData name="Daniel Ware" userId="1a6a4bc9-99b1-4692-9b2c-6e82a442ba98" providerId="ADAL" clId="{C9D16943-30A1-4CCD-B599-AAEBFE195E82}" dt="2026-09-02T14:14:02.298" v="532" actId="1035"/>
          <ac:picMkLst>
            <pc:docMk/>
            <pc:sldMk cId="1435545135" sldId="434"/>
            <ac:picMk id="6" creationId="{5E5A7E2C-62D6-5BDD-9A2D-5BB229708ECB}"/>
          </ac:picMkLst>
        </pc:picChg>
      </pc:sldChg>
      <pc:sldChg chg="modSp add mod">
        <pc:chgData name="Daniel Ware" userId="1a6a4bc9-99b1-4692-9b2c-6e82a442ba98" providerId="ADAL" clId="{C9D16943-30A1-4CCD-B599-AAEBFE195E82}" dt="2026-09-02T14:24:34.209" v="1032" actId="6549"/>
        <pc:sldMkLst>
          <pc:docMk/>
          <pc:sldMk cId="3417391062" sldId="2145707751"/>
        </pc:sldMkLst>
        <pc:spChg chg="mod">
          <ac:chgData name="Daniel Ware" userId="1a6a4bc9-99b1-4692-9b2c-6e82a442ba98" providerId="ADAL" clId="{C9D16943-30A1-4CCD-B599-AAEBFE195E82}" dt="2026-09-02T14:22:49.619" v="942" actId="20577"/>
          <ac:spMkLst>
            <pc:docMk/>
            <pc:sldMk cId="3417391062" sldId="2145707751"/>
            <ac:spMk id="3" creationId="{E6D916B1-FC1C-7A43-DA53-3B43C61D28CE}"/>
          </ac:spMkLst>
        </pc:spChg>
        <pc:spChg chg="mod">
          <ac:chgData name="Daniel Ware" userId="1a6a4bc9-99b1-4692-9b2c-6e82a442ba98" providerId="ADAL" clId="{C9D16943-30A1-4CCD-B599-AAEBFE195E82}" dt="2026-09-02T14:24:34.209" v="1032" actId="6549"/>
          <ac:spMkLst>
            <pc:docMk/>
            <pc:sldMk cId="3417391062" sldId="2145707751"/>
            <ac:spMk id="5" creationId="{7C2D2897-AC32-0448-B59F-842EFD0C52F2}"/>
          </ac:spMkLst>
        </pc:spChg>
      </pc:sldChg>
      <pc:sldChg chg="addSp delSp modSp mod">
        <pc:chgData name="Daniel Ware" userId="1a6a4bc9-99b1-4692-9b2c-6e82a442ba98" providerId="ADAL" clId="{C9D16943-30A1-4CCD-B599-AAEBFE195E82}" dt="2026-09-10T20:05:01.641" v="1117" actId="478"/>
        <pc:sldMkLst>
          <pc:docMk/>
          <pc:sldMk cId="1350299923" sldId="2145707752"/>
        </pc:sldMkLst>
      </pc:sldChg>
      <pc:sldChg chg="addSp delSp modSp mod ord">
        <pc:chgData name="Daniel Ware" userId="1a6a4bc9-99b1-4692-9b2c-6e82a442ba98" providerId="ADAL" clId="{C9D16943-30A1-4CCD-B599-AAEBFE195E82}" dt="2026-09-02T18:15:57.810" v="1109" actId="1037"/>
        <pc:sldMkLst>
          <pc:docMk/>
          <pc:sldMk cId="2905788456" sldId="2145707755"/>
        </pc:sldMkLst>
        <pc:spChg chg="add mod">
          <ac:chgData name="Daniel Ware" userId="1a6a4bc9-99b1-4692-9b2c-6e82a442ba98" providerId="ADAL" clId="{C9D16943-30A1-4CCD-B599-AAEBFE195E82}" dt="2026-09-02T14:19:52.509" v="803" actId="20577"/>
          <ac:spMkLst>
            <pc:docMk/>
            <pc:sldMk cId="2905788456" sldId="2145707755"/>
            <ac:spMk id="10" creationId="{DFEC74CE-99F3-7ADC-6FAC-F73D342E27A7}"/>
          </ac:spMkLst>
        </pc:spChg>
        <pc:spChg chg="add mod">
          <ac:chgData name="Daniel Ware" userId="1a6a4bc9-99b1-4692-9b2c-6e82a442ba98" providerId="ADAL" clId="{C9D16943-30A1-4CCD-B599-AAEBFE195E82}" dt="2026-09-02T14:21:48.880" v="927" actId="20577"/>
          <ac:spMkLst>
            <pc:docMk/>
            <pc:sldMk cId="2905788456" sldId="2145707755"/>
            <ac:spMk id="12" creationId="{C2A117AF-450B-A5D8-FF01-FD525AB53AD1}"/>
          </ac:spMkLst>
        </pc:spChg>
        <pc:picChg chg="add mod">
          <ac:chgData name="Daniel Ware" userId="1a6a4bc9-99b1-4692-9b2c-6e82a442ba98" providerId="ADAL" clId="{C9D16943-30A1-4CCD-B599-AAEBFE195E82}" dt="2026-09-02T14:18:43.329" v="717" actId="1076"/>
          <ac:picMkLst>
            <pc:docMk/>
            <pc:sldMk cId="2905788456" sldId="2145707755"/>
            <ac:picMk id="8" creationId="{264FC237-54FA-DB87-A952-E623D0690A0C}"/>
          </ac:picMkLst>
        </pc:picChg>
        <pc:cxnChg chg="mod ord">
          <ac:chgData name="Daniel Ware" userId="1a6a4bc9-99b1-4692-9b2c-6e82a442ba98" providerId="ADAL" clId="{C9D16943-30A1-4CCD-B599-AAEBFE195E82}" dt="2026-09-02T18:15:57.810" v="1109" actId="1037"/>
          <ac:cxnSpMkLst>
            <pc:docMk/>
            <pc:sldMk cId="2905788456" sldId="2145707755"/>
            <ac:cxnSpMk id="3" creationId="{226798DB-15CA-0048-6268-174C2292172B}"/>
          </ac:cxnSpMkLst>
        </pc:cxnChg>
      </pc:sldChg>
    </pc:docChg>
  </pc:docChgLst>
  <pc:docChgLst>
    <pc:chgData name="Daniel Ware" userId="S::dware@gswell.com::1a6a4bc9-99b1-4692-9b2c-6e82a442ba98" providerId="AD" clId="Web-{2B874ABB-EA3B-5031-753E-4F2ABD9E7AD8}"/>
    <pc:docChg chg="modSld">
      <pc:chgData name="Daniel Ware" userId="S::dware@gswell.com::1a6a4bc9-99b1-4692-9b2c-6e82a442ba98" providerId="AD" clId="Web-{2B874ABB-EA3B-5031-753E-4F2ABD9E7AD8}" dt="2026-08-27T14:07:57.656" v="9" actId="1076"/>
      <pc:docMkLst>
        <pc:docMk/>
      </pc:docMkLst>
      <pc:sldChg chg="modSp">
        <pc:chgData name="Daniel Ware" userId="S::dware@gswell.com::1a6a4bc9-99b1-4692-9b2c-6e82a442ba98" providerId="AD" clId="Web-{2B874ABB-EA3B-5031-753E-4F2ABD9E7AD8}" dt="2026-08-27T14:07:57.656" v="9" actId="1076"/>
        <pc:sldMkLst>
          <pc:docMk/>
          <pc:sldMk cId="2905788456" sldId="2145707755"/>
        </pc:sldMkLst>
        <pc:cxnChg chg="mod">
          <ac:chgData name="Daniel Ware" userId="S::dware@gswell.com::1a6a4bc9-99b1-4692-9b2c-6e82a442ba98" providerId="AD" clId="Web-{2B874ABB-EA3B-5031-753E-4F2ABD9E7AD8}" dt="2026-08-27T14:07:57.656" v="9" actId="1076"/>
          <ac:cxnSpMkLst>
            <pc:docMk/>
            <pc:sldMk cId="2905788456" sldId="2145707755"/>
            <ac:cxnSpMk id="3" creationId="{226798DB-15CA-0048-6268-174C2292172B}"/>
          </ac:cxnSpMkLst>
        </pc:cxnChg>
      </pc:sldChg>
      <pc:sldChg chg="modSp">
        <pc:chgData name="Daniel Ware" userId="S::dware@gswell.com::1a6a4bc9-99b1-4692-9b2c-6e82a442ba98" providerId="AD" clId="Web-{2B874ABB-EA3B-5031-753E-4F2ABD9E7AD8}" dt="2026-08-27T14:04:08.625" v="2" actId="20577"/>
        <pc:sldMkLst>
          <pc:docMk/>
          <pc:sldMk cId="4193901533" sldId="2145707756"/>
        </pc:sldMkLst>
        <pc:spChg chg="mod">
          <ac:chgData name="Daniel Ware" userId="S::dware@gswell.com::1a6a4bc9-99b1-4692-9b2c-6e82a442ba98" providerId="AD" clId="Web-{2B874ABB-EA3B-5031-753E-4F2ABD9E7AD8}" dt="2026-08-27T14:04:08.625" v="2" actId="20577"/>
          <ac:spMkLst>
            <pc:docMk/>
            <pc:sldMk cId="4193901533" sldId="2145707756"/>
            <ac:spMk id="8" creationId="{2F4BBFF1-530C-8D73-A344-149F0DE00EEC}"/>
          </ac:spMkLst>
        </pc:spChg>
      </pc:sldChg>
    </pc:docChg>
  </pc:docChgLst>
  <pc:docChgLst>
    <pc:chgData name="Darryl Price" userId="5a60e543-86a4-46e7-af8b-528153fbdb7f" providerId="ADAL" clId="{500B893F-B59A-4E2B-81E0-D900B9BE2820}"/>
    <pc:docChg chg="undo custSel mod addSld delSld modSld">
      <pc:chgData name="Darryl Price" userId="5a60e543-86a4-46e7-af8b-528153fbdb7f" providerId="ADAL" clId="{500B893F-B59A-4E2B-81E0-D900B9BE2820}" dt="2026-09-16T18:26:43.418" v="460" actId="2164"/>
      <pc:docMkLst>
        <pc:docMk/>
      </pc:docMkLst>
      <pc:sldChg chg="modSp mod">
        <pc:chgData name="Darryl Price" userId="5a60e543-86a4-46e7-af8b-528153fbdb7f" providerId="ADAL" clId="{500B893F-B59A-4E2B-81E0-D900B9BE2820}" dt="2026-09-16T18:09:06.328" v="43" actId="20577"/>
        <pc:sldMkLst>
          <pc:docMk/>
          <pc:sldMk cId="3159335140" sldId="1262"/>
        </pc:sldMkLst>
        <pc:spChg chg="mod">
          <ac:chgData name="Darryl Price" userId="5a60e543-86a4-46e7-af8b-528153fbdb7f" providerId="ADAL" clId="{500B893F-B59A-4E2B-81E0-D900B9BE2820}" dt="2026-09-16T18:09:06.328" v="43" actId="20577"/>
          <ac:spMkLst>
            <pc:docMk/>
            <pc:sldMk cId="3159335140" sldId="1262"/>
            <ac:spMk id="2" creationId="{05226739-177D-79C6-B1D4-AB288B0CEE39}"/>
          </ac:spMkLst>
        </pc:spChg>
        <pc:spChg chg="mod">
          <ac:chgData name="Darryl Price" userId="5a60e543-86a4-46e7-af8b-528153fbdb7f" providerId="ADAL" clId="{500B893F-B59A-4E2B-81E0-D900B9BE2820}" dt="2026-09-16T18:08:52.938" v="22" actId="20577"/>
          <ac:spMkLst>
            <pc:docMk/>
            <pc:sldMk cId="3159335140" sldId="1262"/>
            <ac:spMk id="3" creationId="{3F65F67E-E71F-23B0-CB27-9CEA5836F9E8}"/>
          </ac:spMkLst>
        </pc:spChg>
      </pc:sldChg>
      <pc:sldChg chg="addSp delSp modSp mod">
        <pc:chgData name="Darryl Price" userId="5a60e543-86a4-46e7-af8b-528153fbdb7f" providerId="ADAL" clId="{500B893F-B59A-4E2B-81E0-D900B9BE2820}" dt="2026-09-16T18:20:34.978" v="446" actId="1036"/>
        <pc:sldMkLst>
          <pc:docMk/>
          <pc:sldMk cId="1350299923" sldId="2145707752"/>
        </pc:sldMkLst>
        <pc:graphicFrameChg chg="del">
          <ac:chgData name="Darryl Price" userId="5a60e543-86a4-46e7-af8b-528153fbdb7f" providerId="ADAL" clId="{500B893F-B59A-4E2B-81E0-D900B9BE2820}" dt="2026-09-16T18:15:02.440" v="421" actId="21"/>
          <ac:graphicFrameMkLst>
            <pc:docMk/>
            <pc:sldMk cId="1350299923" sldId="2145707752"/>
            <ac:graphicFrameMk id="3" creationId="{3FBAD994-88AE-6371-B62A-C182148A18CA}"/>
          </ac:graphicFrameMkLst>
        </pc:graphicFrameChg>
        <pc:graphicFrameChg chg="add mod">
          <ac:chgData name="Darryl Price" userId="5a60e543-86a4-46e7-af8b-528153fbdb7f" providerId="ADAL" clId="{500B893F-B59A-4E2B-81E0-D900B9BE2820}" dt="2026-09-16T18:20:34.978" v="446" actId="1036"/>
          <ac:graphicFrameMkLst>
            <pc:docMk/>
            <pc:sldMk cId="1350299923" sldId="2145707752"/>
            <ac:graphicFrameMk id="7" creationId="{214178E7-4F4A-57E7-DB71-BBA20B5B06D0}"/>
          </ac:graphicFrameMkLst>
        </pc:graphicFrameChg>
      </pc:sldChg>
      <pc:sldChg chg="modSp mod">
        <pc:chgData name="Darryl Price" userId="5a60e543-86a4-46e7-af8b-528153fbdb7f" providerId="ADAL" clId="{500B893F-B59A-4E2B-81E0-D900B9BE2820}" dt="2026-09-16T18:26:07.597" v="454" actId="255"/>
        <pc:sldMkLst>
          <pc:docMk/>
          <pc:sldMk cId="301274772" sldId="2145707754"/>
        </pc:sldMkLst>
        <pc:graphicFrameChg chg="mod modGraphic">
          <ac:chgData name="Darryl Price" userId="5a60e543-86a4-46e7-af8b-528153fbdb7f" providerId="ADAL" clId="{500B893F-B59A-4E2B-81E0-D900B9BE2820}" dt="2026-09-16T18:26:07.597" v="454" actId="255"/>
          <ac:graphicFrameMkLst>
            <pc:docMk/>
            <pc:sldMk cId="301274772" sldId="2145707754"/>
            <ac:graphicFrameMk id="4" creationId="{C8A75358-47D7-CCFE-4C03-89A719649512}"/>
          </ac:graphicFrameMkLst>
        </pc:graphicFrameChg>
      </pc:sldChg>
      <pc:sldChg chg="modSp mod">
        <pc:chgData name="Darryl Price" userId="5a60e543-86a4-46e7-af8b-528153fbdb7f" providerId="ADAL" clId="{500B893F-B59A-4E2B-81E0-D900B9BE2820}" dt="2026-09-16T18:12:33.304" v="182" actId="1038"/>
        <pc:sldMkLst>
          <pc:docMk/>
          <pc:sldMk cId="2905788456" sldId="2145707755"/>
        </pc:sldMkLst>
        <pc:cxnChg chg="mod">
          <ac:chgData name="Darryl Price" userId="5a60e543-86a4-46e7-af8b-528153fbdb7f" providerId="ADAL" clId="{500B893F-B59A-4E2B-81E0-D900B9BE2820}" dt="2026-09-16T18:12:33.304" v="182" actId="1038"/>
          <ac:cxnSpMkLst>
            <pc:docMk/>
            <pc:sldMk cId="2905788456" sldId="2145707755"/>
            <ac:cxnSpMk id="3" creationId="{226798DB-15CA-0048-6268-174C2292172B}"/>
          </ac:cxnSpMkLst>
        </pc:cxnChg>
      </pc:sldChg>
      <pc:sldChg chg="delSp modSp mod">
        <pc:chgData name="Darryl Price" userId="5a60e543-86a4-46e7-af8b-528153fbdb7f" providerId="ADAL" clId="{500B893F-B59A-4E2B-81E0-D900B9BE2820}" dt="2026-09-16T18:13:36.458" v="420" actId="20577"/>
        <pc:sldMkLst>
          <pc:docMk/>
          <pc:sldMk cId="4193901533" sldId="2145707756"/>
        </pc:sldMkLst>
        <pc:spChg chg="mod">
          <ac:chgData name="Darryl Price" userId="5a60e543-86a4-46e7-af8b-528153fbdb7f" providerId="ADAL" clId="{500B893F-B59A-4E2B-81E0-D900B9BE2820}" dt="2026-09-16T18:13:36.458" v="420" actId="20577"/>
          <ac:spMkLst>
            <pc:docMk/>
            <pc:sldMk cId="4193901533" sldId="2145707756"/>
            <ac:spMk id="8" creationId="{2F4BBFF1-530C-8D73-A344-149F0DE00EEC}"/>
          </ac:spMkLst>
        </pc:spChg>
        <pc:picChg chg="del">
          <ac:chgData name="Darryl Price" userId="5a60e543-86a4-46e7-af8b-528153fbdb7f" providerId="ADAL" clId="{500B893F-B59A-4E2B-81E0-D900B9BE2820}" dt="2026-09-16T18:13:24.203" v="183" actId="478"/>
          <ac:picMkLst>
            <pc:docMk/>
            <pc:sldMk cId="4193901533" sldId="2145707756"/>
            <ac:picMk id="3" creationId="{543533D0-70AF-6B58-3414-880CD4D93064}"/>
          </ac:picMkLst>
        </pc:picChg>
      </pc:sldChg>
      <pc:sldChg chg="modSp mod">
        <pc:chgData name="Darryl Price" userId="5a60e543-86a4-46e7-af8b-528153fbdb7f" providerId="ADAL" clId="{500B893F-B59A-4E2B-81E0-D900B9BE2820}" dt="2026-09-16T18:26:43.418" v="460" actId="2164"/>
        <pc:sldMkLst>
          <pc:docMk/>
          <pc:sldMk cId="4012457231" sldId="2145707760"/>
        </pc:sldMkLst>
        <pc:graphicFrameChg chg="mod modGraphic">
          <ac:chgData name="Darryl Price" userId="5a60e543-86a4-46e7-af8b-528153fbdb7f" providerId="ADAL" clId="{500B893F-B59A-4E2B-81E0-D900B9BE2820}" dt="2026-09-16T18:26:43.418" v="460" actId="2164"/>
          <ac:graphicFrameMkLst>
            <pc:docMk/>
            <pc:sldMk cId="4012457231" sldId="2145707760"/>
            <ac:graphicFrameMk id="4" creationId="{466EE01E-C65D-50B8-CE20-C1D301E9AB6E}"/>
          </ac:graphicFrameMkLst>
        </pc:graphicFrameChg>
      </pc:sldChg>
      <pc:sldChg chg="del">
        <pc:chgData name="Darryl Price" userId="5a60e543-86a4-46e7-af8b-528153fbdb7f" providerId="ADAL" clId="{500B893F-B59A-4E2B-81E0-D900B9BE2820}" dt="2026-09-16T18:11:56.682" v="79" actId="2696"/>
        <pc:sldMkLst>
          <pc:docMk/>
          <pc:sldMk cId="3311275924" sldId="2145707761"/>
        </pc:sldMkLst>
      </pc:sldChg>
      <pc:sldChg chg="modSp add mod">
        <pc:chgData name="Darryl Price" userId="5a60e543-86a4-46e7-af8b-528153fbdb7f" providerId="ADAL" clId="{500B893F-B59A-4E2B-81E0-D900B9BE2820}" dt="2026-09-16T18:11:45.346" v="78" actId="20577"/>
        <pc:sldMkLst>
          <pc:docMk/>
          <pc:sldMk cId="2315716219" sldId="2145707762"/>
        </pc:sldMkLst>
        <pc:spChg chg="mod">
          <ac:chgData name="Darryl Price" userId="5a60e543-86a4-46e7-af8b-528153fbdb7f" providerId="ADAL" clId="{500B893F-B59A-4E2B-81E0-D900B9BE2820}" dt="2026-09-16T18:11:37.468" v="69" actId="20577"/>
          <ac:spMkLst>
            <pc:docMk/>
            <pc:sldMk cId="2315716219" sldId="2145707762"/>
            <ac:spMk id="2" creationId="{D2F9F0C5-53BA-E12E-6BB8-081ED55B96AB}"/>
          </ac:spMkLst>
        </pc:spChg>
        <pc:spChg chg="mod">
          <ac:chgData name="Darryl Price" userId="5a60e543-86a4-46e7-af8b-528153fbdb7f" providerId="ADAL" clId="{500B893F-B59A-4E2B-81E0-D900B9BE2820}" dt="2026-09-16T18:11:45.346" v="78" actId="20577"/>
          <ac:spMkLst>
            <pc:docMk/>
            <pc:sldMk cId="2315716219" sldId="2145707762"/>
            <ac:spMk id="4" creationId="{FC66CF6B-8CFC-0432-CAE6-ADF1605CC658}"/>
          </ac:spMkLst>
        </pc:spChg>
      </pc:sldChg>
    </pc:docChg>
  </pc:docChgLst>
  <pc:docChgLst>
    <pc:chgData name="Daniel Ware" userId="S::dware@gswell.com::1a6a4bc9-99b1-4692-9b2c-6e82a442ba98" providerId="AD" clId="Web-{5E650E12-49E5-9AF9-8765-FF52A070D58D}"/>
    <pc:docChg chg="addSld delSld modSld sldOrd">
      <pc:chgData name="Daniel Ware" userId="S::dware@gswell.com::1a6a4bc9-99b1-4692-9b2c-6e82a442ba98" providerId="AD" clId="Web-{5E650E12-49E5-9AF9-8765-FF52A070D58D}" dt="2026-08-26T21:20:35.325" v="417" actId="14100"/>
      <pc:docMkLst>
        <pc:docMk/>
      </pc:docMkLst>
      <pc:sldChg chg="ord">
        <pc:chgData name="Daniel Ware" userId="S::dware@gswell.com::1a6a4bc9-99b1-4692-9b2c-6e82a442ba98" providerId="AD" clId="Web-{5E650E12-49E5-9AF9-8765-FF52A070D58D}" dt="2026-08-26T20:44:39.257" v="67"/>
        <pc:sldMkLst>
          <pc:docMk/>
          <pc:sldMk cId="1350299923" sldId="2145707752"/>
        </pc:sldMkLst>
      </pc:sldChg>
      <pc:sldChg chg="addSp delSp modSp">
        <pc:chgData name="Daniel Ware" userId="S::dware@gswell.com::1a6a4bc9-99b1-4692-9b2c-6e82a442ba98" providerId="AD" clId="Web-{5E650E12-49E5-9AF9-8765-FF52A070D58D}" dt="2026-08-26T21:04:45.863" v="174" actId="1076"/>
        <pc:sldMkLst>
          <pc:docMk/>
          <pc:sldMk cId="2905788456" sldId="2145707755"/>
        </pc:sldMkLst>
        <pc:spChg chg="mod">
          <ac:chgData name="Daniel Ware" userId="S::dware@gswell.com::1a6a4bc9-99b1-4692-9b2c-6e82a442ba98" providerId="AD" clId="Web-{5E650E12-49E5-9AF9-8765-FF52A070D58D}" dt="2026-08-26T20:38:32.128" v="26" actId="20577"/>
          <ac:spMkLst>
            <pc:docMk/>
            <pc:sldMk cId="2905788456" sldId="2145707755"/>
            <ac:spMk id="2" creationId="{DAD2656F-255B-8D22-3FC8-6E0079DF2887}"/>
          </ac:spMkLst>
        </pc:spChg>
        <pc:cxnChg chg="mod">
          <ac:chgData name="Daniel Ware" userId="S::dware@gswell.com::1a6a4bc9-99b1-4692-9b2c-6e82a442ba98" providerId="AD" clId="Web-{5E650E12-49E5-9AF9-8765-FF52A070D58D}" dt="2026-08-26T21:04:45.863" v="174" actId="1076"/>
          <ac:cxnSpMkLst>
            <pc:docMk/>
            <pc:sldMk cId="2905788456" sldId="2145707755"/>
            <ac:cxnSpMk id="3" creationId="{226798DB-15CA-0048-6268-174C2292172B}"/>
          </ac:cxnSpMkLst>
        </pc:cxnChg>
      </pc:sldChg>
      <pc:sldChg chg="addSp delSp modSp">
        <pc:chgData name="Daniel Ware" userId="S::dware@gswell.com::1a6a4bc9-99b1-4692-9b2c-6e82a442ba98" providerId="AD" clId="Web-{5E650E12-49E5-9AF9-8765-FF52A070D58D}" dt="2026-08-26T21:20:35.325" v="417" actId="14100"/>
        <pc:sldMkLst>
          <pc:docMk/>
          <pc:sldMk cId="4193901533" sldId="2145707756"/>
        </pc:sldMkLst>
        <pc:spChg chg="add mod">
          <ac:chgData name="Daniel Ware" userId="S::dware@gswell.com::1a6a4bc9-99b1-4692-9b2c-6e82a442ba98" providerId="AD" clId="Web-{5E650E12-49E5-9AF9-8765-FF52A070D58D}" dt="2026-08-26T21:20:35.325" v="417" actId="14100"/>
          <ac:spMkLst>
            <pc:docMk/>
            <pc:sldMk cId="4193901533" sldId="2145707756"/>
            <ac:spMk id="8" creationId="{2F4BBFF1-530C-8D73-A344-149F0DE00EEC}"/>
          </ac:spMkLst>
        </pc:spChg>
      </pc:sldChg>
    </pc:docChg>
  </pc:docChgLst>
  <pc:docChgLst>
    <pc:chgData name="Darryl Price" userId="S::dprice@gswell.com::5a60e543-86a4-46e7-af8b-528153fbdb7f" providerId="AD" clId="Web-{9749B9A7-7DE1-1395-C41B-2C52C37BF9F7}"/>
    <pc:docChg chg="modSld">
      <pc:chgData name="Darryl Price" userId="S::dprice@gswell.com::5a60e543-86a4-46e7-af8b-528153fbdb7f" providerId="AD" clId="Web-{9749B9A7-7DE1-1395-C41B-2C52C37BF9F7}" dt="2026-08-26T19:19:11.131" v="4"/>
      <pc:docMkLst>
        <pc:docMk/>
      </pc:docMkLst>
      <pc:sldChg chg="addSp modSp">
        <pc:chgData name="Darryl Price" userId="S::dprice@gswell.com::5a60e543-86a4-46e7-af8b-528153fbdb7f" providerId="AD" clId="Web-{9749B9A7-7DE1-1395-C41B-2C52C37BF9F7}" dt="2026-08-26T19:19:11.131" v="4"/>
        <pc:sldMkLst>
          <pc:docMk/>
          <pc:sldMk cId="1350299923" sldId="2145707752"/>
        </pc:sldMkLst>
      </pc:sldChg>
    </pc:docChg>
  </pc:docChgLst>
  <pc:docChgLst>
    <pc:chgData name="Darryl Price" userId="S::dprice@gswell.com::5a60e543-86a4-46e7-af8b-528153fbdb7f" providerId="AD" clId="Web-{A42EEA2F-5B7A-98D2-D93D-C8BB1361A395}"/>
    <pc:docChg chg="modSld">
      <pc:chgData name="Darryl Price" userId="S::dprice@gswell.com::5a60e543-86a4-46e7-af8b-528153fbdb7f" providerId="AD" clId="Web-{A42EEA2F-5B7A-98D2-D93D-C8BB1361A395}" dt="2026-09-02T14:33:10.460" v="1" actId="20577"/>
      <pc:docMkLst>
        <pc:docMk/>
      </pc:docMkLst>
      <pc:sldChg chg="modSp">
        <pc:chgData name="Darryl Price" userId="S::dprice@gswell.com::5a60e543-86a4-46e7-af8b-528153fbdb7f" providerId="AD" clId="Web-{A42EEA2F-5B7A-98D2-D93D-C8BB1361A395}" dt="2026-09-02T14:33:10.460" v="1" actId="20577"/>
        <pc:sldMkLst>
          <pc:docMk/>
          <pc:sldMk cId="1671372882" sldId="266"/>
        </pc:sldMkLst>
        <pc:spChg chg="mod">
          <ac:chgData name="Darryl Price" userId="S::dprice@gswell.com::5a60e543-86a4-46e7-af8b-528153fbdb7f" providerId="AD" clId="Web-{A42EEA2F-5B7A-98D2-D93D-C8BB1361A395}" dt="2026-09-02T14:33:10.460" v="1" actId="20577"/>
          <ac:spMkLst>
            <pc:docMk/>
            <pc:sldMk cId="1671372882" sldId="266"/>
            <ac:spMk id="29" creationId="{8749AF36-337F-1B54-9581-E14FEBF29FF2}"/>
          </ac:spMkLst>
        </pc:spChg>
        <pc:spChg chg="mod">
          <ac:chgData name="Darryl Price" userId="S::dprice@gswell.com::5a60e543-86a4-46e7-af8b-528153fbdb7f" providerId="AD" clId="Web-{A42EEA2F-5B7A-98D2-D93D-C8BB1361A395}" dt="2026-09-02T14:33:03.163" v="0" actId="20577"/>
          <ac:spMkLst>
            <pc:docMk/>
            <pc:sldMk cId="1671372882" sldId="266"/>
            <ac:spMk id="31" creationId="{3F1F86E9-D0A2-48A1-0611-A97CD51126D2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Committed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Sprint 1.1</c:v>
                </c:pt>
                <c:pt idx="1">
                  <c:v>Sprint 1.2</c:v>
                </c:pt>
                <c:pt idx="2">
                  <c:v>Sprint 2.1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30</c:v>
                </c:pt>
                <c:pt idx="1">
                  <c:v>36</c:v>
                </c:pt>
                <c:pt idx="2">
                  <c:v>32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624-43D5-A942-D4F5F3978D1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Actual Velocity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Sprint 1.1</c:v>
                </c:pt>
                <c:pt idx="1">
                  <c:v>Sprint 1.2</c:v>
                </c:pt>
                <c:pt idx="2">
                  <c:v>Sprint 2.1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34</c:v>
                </c:pt>
                <c:pt idx="1">
                  <c:v>44</c:v>
                </c:pt>
                <c:pt idx="2">
                  <c:v>48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624-43D5-A942-D4F5F3978D1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789028376"/>
        <c:axId val="789031256"/>
      </c:barChart>
      <c:catAx>
        <c:axId val="7890283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89031256"/>
        <c:crosses val="autoZero"/>
        <c:auto val="1"/>
        <c:lblAlgn val="ctr"/>
        <c:lblOffset val="100"/>
        <c:noMultiLvlLbl val="0"/>
      </c:catAx>
      <c:valAx>
        <c:axId val="78903125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8902837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1828800" cy="21237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800">
                <a:solidFill>
                  <a:schemeClr val="tx2"/>
                </a:solidFill>
                <a:latin typeface="+mn-lt"/>
              </a:defRPr>
            </a:lvl1pPr>
          </a:lstStyle>
          <a:p>
            <a:endParaRPr lang="en-US">
              <a:solidFill>
                <a:schemeClr val="tx2"/>
              </a:solidFill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027613" y="0"/>
            <a:ext cx="1828800" cy="21237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800">
                <a:solidFill>
                  <a:schemeClr val="tx2"/>
                </a:solidFill>
                <a:latin typeface="+mn-lt"/>
              </a:defRPr>
            </a:lvl1pPr>
          </a:lstStyle>
          <a:p>
            <a:fld id="{1DE7078C-3525-4C9B-BF62-C9FD13B9A875}" type="datetimeFigureOut">
              <a:rPr lang="en-US" smtClean="0"/>
              <a:pPr/>
              <a:t>9/16/2026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50205" y="274505"/>
            <a:ext cx="4734172" cy="266297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0206" y="2999605"/>
            <a:ext cx="6751750" cy="5869890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-1" y="8923817"/>
            <a:ext cx="6217919" cy="21237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00">
                <a:solidFill>
                  <a:schemeClr val="tx2"/>
                </a:solidFill>
                <a:latin typeface="+mn-lt"/>
              </a:defRPr>
            </a:lvl1pPr>
          </a:lstStyle>
          <a:p>
            <a:endParaRPr lang="en-US">
              <a:solidFill>
                <a:schemeClr val="tx2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399213" y="8917749"/>
            <a:ext cx="457200" cy="21844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solidFill>
                  <a:schemeClr val="tx2"/>
                </a:solidFill>
                <a:latin typeface="+mn-lt"/>
              </a:defRPr>
            </a:lvl1pPr>
          </a:lstStyle>
          <a:p>
            <a:fld id="{436E8A87-18DA-4CCE-A8C2-BDBC489258C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73849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112713" indent="-112713" algn="l" defTabSz="914400" rtl="0" eaLnBrk="1" latinLnBrk="0" hangingPunct="1">
      <a:buFont typeface="Arial" panose="020B0604020202020204" pitchFamily="34" charset="0"/>
      <a:buChar char="•"/>
      <a:defRPr sz="1100" kern="1200">
        <a:solidFill>
          <a:schemeClr val="tx1"/>
        </a:solidFill>
        <a:latin typeface="+mn-lt"/>
        <a:ea typeface="+mn-ea"/>
        <a:cs typeface="+mn-cs"/>
      </a:defRPr>
    </a:lvl1pPr>
    <a:lvl2pPr marL="230188" indent="-112713" algn="l">
      <a:buFont typeface="Arial" panose="020B0604020202020204" pitchFamily="34" charset="0"/>
      <a:buChar char="•"/>
      <a:defRPr sz="1000">
        <a:latin typeface="+mn-lt"/>
      </a:defRPr>
    </a:lvl2pPr>
    <a:lvl3pPr marL="342900" indent="-112713" algn="l">
      <a:buFont typeface="Arial" panose="020B0604020202020204" pitchFamily="34" charset="0"/>
      <a:buChar char="•"/>
      <a:defRPr sz="900">
        <a:latin typeface="+mn-lt"/>
      </a:defRPr>
    </a:lvl3pPr>
    <a:lvl4pPr marL="460375" indent="-112713" algn="l">
      <a:buFont typeface="Arial" panose="020B0604020202020204" pitchFamily="34" charset="0"/>
      <a:buChar char="•"/>
      <a:defRPr sz="800">
        <a:latin typeface="+mn-lt"/>
      </a:defRPr>
    </a:lvl4pPr>
    <a:lvl5pPr marL="571500" indent="-112713" algn="l">
      <a:buFont typeface="Arial" panose="020B0604020202020204" pitchFamily="34" charset="0"/>
      <a:buChar char="•"/>
      <a:defRPr sz="800">
        <a:latin typeface="+mn-lt"/>
      </a:defRPr>
    </a:lvl5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: Black1">
    <p:bg>
      <p:bgPr>
        <a:gradFill>
          <a:gsLst>
            <a:gs pos="0">
              <a:srgbClr val="00B8FF"/>
            </a:gs>
            <a:gs pos="100000">
              <a:srgbClr val="00EB81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Date Placeholder 10">
            <a:extLst>
              <a:ext uri="{FF2B5EF4-FFF2-40B4-BE49-F238E27FC236}">
                <a16:creationId xmlns:a16="http://schemas.microsoft.com/office/drawing/2014/main" id="{47AA0BD1-514A-4E33-A0FD-DF2342E79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305586" y="5517786"/>
            <a:ext cx="3102015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0" i="0" kern="1200" smtClean="0">
                <a:solidFill>
                  <a:schemeClr val="bg1"/>
                </a:solidFill>
                <a:latin typeface="+mn-lt"/>
                <a:ea typeface="Roboto Light" panose="02000000000000000000" pitchFamily="2" charset="0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05586" y="5763063"/>
            <a:ext cx="3102015" cy="784378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i="0" kern="1200" dirty="0" smtClean="0">
                <a:solidFill>
                  <a:schemeClr val="bg1"/>
                </a:solidFill>
                <a:latin typeface="+mn-lt"/>
                <a:ea typeface="Roboto Light" panose="02000000000000000000" pitchFamily="2" charset="0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F0772B66-01D8-4BE7-AE8E-C64CA1CF266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305587" y="1664695"/>
            <a:ext cx="5843953" cy="2255710"/>
          </a:xfrm>
        </p:spPr>
        <p:txBody>
          <a:bodyPr anchor="t" anchorCtr="0"/>
          <a:lstStyle>
            <a:lvl1pPr algn="l">
              <a:lnSpc>
                <a:spcPts val="5800"/>
              </a:lnSpc>
              <a:defRPr sz="6000" b="0">
                <a:solidFill>
                  <a:schemeClr val="bg1"/>
                </a:solidFill>
              </a:defRPr>
            </a:lvl1pPr>
          </a:lstStyle>
          <a:p>
            <a:r>
              <a:rPr lang="en-US"/>
              <a:t>Place presentation title here 60pt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BC9F1450-A172-44DF-9DE8-E6487649728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05587" y="4106731"/>
            <a:ext cx="4005019" cy="1092846"/>
          </a:xfrm>
        </p:spPr>
        <p:txBody>
          <a:bodyPr vert="horz" lIns="0" tIns="0" rIns="0" bIns="0" rtlCol="0">
            <a:noAutofit/>
          </a:bodyPr>
          <a:lstStyle>
            <a:lvl1pPr marL="0" indent="0" algn="l">
              <a:lnSpc>
                <a:spcPts val="2800"/>
              </a:lnSpc>
              <a:buNone/>
              <a:defRPr lang="en-US" sz="2400" b="0" i="0" kern="1200" spc="0" dirty="0">
                <a:solidFill>
                  <a:schemeClr val="bg1"/>
                </a:solidFill>
                <a:latin typeface="+mn-lt"/>
                <a:ea typeface="Roboto Medium" panose="02000000000000000000" pitchFamily="2" charset="0"/>
                <a:cs typeface="+mn-cs"/>
              </a:defRPr>
            </a:lvl1pPr>
            <a:lvl2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Palatino Linotype" panose="00000500000000000000" pitchFamily="50" charset="0"/>
              </a:defRPr>
            </a:lvl2pPr>
            <a:lvl3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Palatino Linotype" panose="00000500000000000000" pitchFamily="50" charset="0"/>
              </a:defRPr>
            </a:lvl3pPr>
            <a:lvl4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Palatino Linotype" panose="00000500000000000000" pitchFamily="50" charset="0"/>
              </a:defRPr>
            </a:lvl4pPr>
            <a:lvl5pPr marL="0" algn="ctr">
              <a:lnSpc>
                <a:spcPct val="90000"/>
              </a:lnSpc>
              <a:spcAft>
                <a:spcPts val="600"/>
              </a:spcAft>
              <a:defRPr lang="en-US" sz="2400" dirty="0">
                <a:solidFill>
                  <a:srgbClr val="E6DCFF"/>
                </a:solidFill>
                <a:latin typeface="Palatino Linotype" panose="00000500000000000000" pitchFamily="50" charset="0"/>
              </a:defRPr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/>
              <a:t>Place subtitle here in Roboto Medium 24pt</a:t>
            </a:r>
            <a:endParaRPr lang="en-US"/>
          </a:p>
        </p:txBody>
      </p:sp>
      <p:sp>
        <p:nvSpPr>
          <p:cNvPr id="2" name="Graphic 6">
            <a:extLst>
              <a:ext uri="{FF2B5EF4-FFF2-40B4-BE49-F238E27FC236}">
                <a16:creationId xmlns:a16="http://schemas.microsoft.com/office/drawing/2014/main" id="{EA65FBE5-947D-AAD6-CACB-DD752CC67653}"/>
              </a:ext>
            </a:extLst>
          </p:cNvPr>
          <p:cNvSpPr/>
          <p:nvPr userDrawn="1"/>
        </p:nvSpPr>
        <p:spPr>
          <a:xfrm>
            <a:off x="-410705" y="1664695"/>
            <a:ext cx="4813286" cy="5321120"/>
          </a:xfrm>
          <a:custGeom>
            <a:avLst/>
            <a:gdLst>
              <a:gd name="connsiteX0" fmla="*/ 1007031 w 1088192"/>
              <a:gd name="connsiteY0" fmla="*/ 1203008 h 1203007"/>
              <a:gd name="connsiteX1" fmla="*/ 597904 w 1088192"/>
              <a:gd name="connsiteY1" fmla="*/ 1203008 h 1203007"/>
              <a:gd name="connsiteX2" fmla="*/ 0 w 1088192"/>
              <a:gd name="connsiteY2" fmla="*/ 600647 h 1203007"/>
              <a:gd name="connsiteX3" fmla="*/ 597904 w 1088192"/>
              <a:gd name="connsiteY3" fmla="*/ 0 h 1203007"/>
              <a:gd name="connsiteX4" fmla="*/ 1007031 w 1088192"/>
              <a:gd name="connsiteY4" fmla="*/ 0 h 1203007"/>
              <a:gd name="connsiteX5" fmla="*/ 1088193 w 1088192"/>
              <a:gd name="connsiteY5" fmla="*/ 81534 h 1203007"/>
              <a:gd name="connsiteX6" fmla="*/ 1088193 w 1088192"/>
              <a:gd name="connsiteY6" fmla="*/ 219647 h 1203007"/>
              <a:gd name="connsiteX7" fmla="*/ 1007031 w 1088192"/>
              <a:gd name="connsiteY7" fmla="*/ 301181 h 1203007"/>
              <a:gd name="connsiteX8" fmla="*/ 298099 w 1088192"/>
              <a:gd name="connsiteY8" fmla="*/ 301181 h 1203007"/>
              <a:gd name="connsiteX9" fmla="*/ 245097 w 1088192"/>
              <a:gd name="connsiteY9" fmla="*/ 356045 h 1203007"/>
              <a:gd name="connsiteX10" fmla="*/ 255053 w 1088192"/>
              <a:gd name="connsiteY10" fmla="*/ 387668 h 1203007"/>
              <a:gd name="connsiteX11" fmla="*/ 632701 w 1088192"/>
              <a:gd name="connsiteY11" fmla="*/ 1066514 h 1203007"/>
              <a:gd name="connsiteX12" fmla="*/ 679066 w 1088192"/>
              <a:gd name="connsiteY12" fmla="*/ 1093184 h 1203007"/>
              <a:gd name="connsiteX13" fmla="*/ 735386 w 1088192"/>
              <a:gd name="connsiteY13" fmla="*/ 1038320 h 1203007"/>
              <a:gd name="connsiteX14" fmla="*/ 735386 w 1088192"/>
              <a:gd name="connsiteY14" fmla="*/ 628936 h 1203007"/>
              <a:gd name="connsiteX15" fmla="*/ 816547 w 1088192"/>
              <a:gd name="connsiteY15" fmla="*/ 547402 h 1203007"/>
              <a:gd name="connsiteX16" fmla="*/ 1007031 w 1088192"/>
              <a:gd name="connsiteY16" fmla="*/ 547402 h 1203007"/>
              <a:gd name="connsiteX17" fmla="*/ 1088193 w 1088192"/>
              <a:gd name="connsiteY17" fmla="*/ 628936 h 1203007"/>
              <a:gd name="connsiteX18" fmla="*/ 1088193 w 1088192"/>
              <a:gd name="connsiteY18" fmla="*/ 1119759 h 1203007"/>
              <a:gd name="connsiteX19" fmla="*/ 1007031 w 1088192"/>
              <a:gd name="connsiteY19" fmla="*/ 1203008 h 1203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088192" h="1203007">
                <a:moveTo>
                  <a:pt x="1007031" y="1203008"/>
                </a:moveTo>
                <a:lnTo>
                  <a:pt x="597904" y="1203008"/>
                </a:lnTo>
                <a:cubicBezTo>
                  <a:pt x="266620" y="1203008"/>
                  <a:pt x="0" y="933450"/>
                  <a:pt x="0" y="600647"/>
                </a:cubicBezTo>
                <a:cubicBezTo>
                  <a:pt x="0" y="269557"/>
                  <a:pt x="266715" y="0"/>
                  <a:pt x="597904" y="0"/>
                </a:cubicBezTo>
                <a:lnTo>
                  <a:pt x="1007031" y="0"/>
                </a:lnTo>
                <a:cubicBezTo>
                  <a:pt x="1051784" y="0"/>
                  <a:pt x="1088193" y="36576"/>
                  <a:pt x="1088193" y="81534"/>
                </a:cubicBezTo>
                <a:lnTo>
                  <a:pt x="1088193" y="219647"/>
                </a:lnTo>
                <a:cubicBezTo>
                  <a:pt x="1088193" y="264605"/>
                  <a:pt x="1051784" y="301181"/>
                  <a:pt x="1007031" y="301181"/>
                </a:cubicBezTo>
                <a:lnTo>
                  <a:pt x="298099" y="301181"/>
                </a:lnTo>
                <a:cubicBezTo>
                  <a:pt x="268232" y="301181"/>
                  <a:pt x="245097" y="326136"/>
                  <a:pt x="245097" y="356045"/>
                </a:cubicBezTo>
                <a:cubicBezTo>
                  <a:pt x="245097" y="367665"/>
                  <a:pt x="248416" y="379286"/>
                  <a:pt x="255053" y="387668"/>
                </a:cubicBezTo>
                <a:lnTo>
                  <a:pt x="632701" y="1066514"/>
                </a:lnTo>
                <a:cubicBezTo>
                  <a:pt x="640950" y="1083183"/>
                  <a:pt x="659249" y="1093184"/>
                  <a:pt x="679066" y="1093184"/>
                </a:cubicBezTo>
                <a:cubicBezTo>
                  <a:pt x="708932" y="1093184"/>
                  <a:pt x="735386" y="1068229"/>
                  <a:pt x="735386" y="1038320"/>
                </a:cubicBezTo>
                <a:lnTo>
                  <a:pt x="735386" y="628936"/>
                </a:lnTo>
                <a:cubicBezTo>
                  <a:pt x="735386" y="583978"/>
                  <a:pt x="771795" y="547402"/>
                  <a:pt x="816547" y="547402"/>
                </a:cubicBezTo>
                <a:lnTo>
                  <a:pt x="1007031" y="547402"/>
                </a:lnTo>
                <a:cubicBezTo>
                  <a:pt x="1051784" y="547402"/>
                  <a:pt x="1088193" y="583978"/>
                  <a:pt x="1088193" y="628936"/>
                </a:cubicBezTo>
                <a:lnTo>
                  <a:pt x="1088193" y="1119759"/>
                </a:lnTo>
                <a:cubicBezTo>
                  <a:pt x="1088193" y="1164717"/>
                  <a:pt x="1051784" y="1203008"/>
                  <a:pt x="1007031" y="1203008"/>
                </a:cubicBezTo>
                <a:close/>
              </a:path>
            </a:pathLst>
          </a:custGeom>
          <a:solidFill>
            <a:schemeClr val="tx1">
              <a:alpha val="20000"/>
            </a:schemeClr>
          </a:solidFill>
          <a:ln w="946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609151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: Black1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Date Placeholder 10">
            <a:extLst>
              <a:ext uri="{FF2B5EF4-FFF2-40B4-BE49-F238E27FC236}">
                <a16:creationId xmlns:a16="http://schemas.microsoft.com/office/drawing/2014/main" id="{47AA0BD1-514A-4E33-A0FD-DF2342E79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791361" y="5517786"/>
            <a:ext cx="3102015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0" i="0" kern="1200" smtClean="0">
                <a:solidFill>
                  <a:schemeClr val="tx1"/>
                </a:solidFill>
                <a:latin typeface="+mn-lt"/>
                <a:ea typeface="Roboto Light" panose="02000000000000000000" pitchFamily="2" charset="0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791361" y="5763063"/>
            <a:ext cx="3102015" cy="784378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i="0" kern="1200" dirty="0" smtClean="0">
                <a:solidFill>
                  <a:schemeClr val="tx1"/>
                </a:solidFill>
                <a:latin typeface="+mn-lt"/>
                <a:ea typeface="Roboto Light" panose="02000000000000000000" pitchFamily="2" charset="0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F0772B66-01D8-4BE7-AE8E-C64CA1CF266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791362" y="1664695"/>
            <a:ext cx="5843953" cy="2255710"/>
          </a:xfrm>
        </p:spPr>
        <p:txBody>
          <a:bodyPr anchor="t" anchorCtr="0"/>
          <a:lstStyle>
            <a:lvl1pPr algn="l">
              <a:lnSpc>
                <a:spcPts val="5800"/>
              </a:lnSpc>
              <a:defRPr sz="6000" b="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60pt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BC9F1450-A172-44DF-9DE8-E6487649728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791362" y="4106731"/>
            <a:ext cx="4005019" cy="1092846"/>
          </a:xfrm>
        </p:spPr>
        <p:txBody>
          <a:bodyPr vert="horz" lIns="0" tIns="0" rIns="0" bIns="0" rtlCol="0">
            <a:noAutofit/>
          </a:bodyPr>
          <a:lstStyle>
            <a:lvl1pPr marL="0" indent="0" algn="l">
              <a:lnSpc>
                <a:spcPts val="2800"/>
              </a:lnSpc>
              <a:buNone/>
              <a:defRPr lang="en-US" sz="2400" b="0" i="0" kern="1200" spc="0" dirty="0">
                <a:solidFill>
                  <a:schemeClr val="tx1"/>
                </a:solidFill>
                <a:latin typeface="+mn-lt"/>
                <a:ea typeface="Roboto Medium" panose="02000000000000000000" pitchFamily="2" charset="0"/>
                <a:cs typeface="+mn-cs"/>
              </a:defRPr>
            </a:lvl1pPr>
            <a:lvl2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Palatino Linotype" panose="00000500000000000000" pitchFamily="50" charset="0"/>
              </a:defRPr>
            </a:lvl2pPr>
            <a:lvl3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Palatino Linotype" panose="00000500000000000000" pitchFamily="50" charset="0"/>
              </a:defRPr>
            </a:lvl3pPr>
            <a:lvl4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Palatino Linotype" panose="00000500000000000000" pitchFamily="50" charset="0"/>
              </a:defRPr>
            </a:lvl4pPr>
            <a:lvl5pPr marL="0" algn="ctr">
              <a:lnSpc>
                <a:spcPct val="90000"/>
              </a:lnSpc>
              <a:spcAft>
                <a:spcPts val="600"/>
              </a:spcAft>
              <a:defRPr lang="en-US" sz="2400" dirty="0">
                <a:solidFill>
                  <a:srgbClr val="E6DCFF"/>
                </a:solidFill>
                <a:latin typeface="Palatino Linotype" panose="00000500000000000000" pitchFamily="50" charset="0"/>
              </a:defRPr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/>
              <a:t>Place subtitle here in Roboto Medium 24pt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91024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: Black1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Date Placeholder 10">
            <a:extLst>
              <a:ext uri="{FF2B5EF4-FFF2-40B4-BE49-F238E27FC236}">
                <a16:creationId xmlns:a16="http://schemas.microsoft.com/office/drawing/2014/main" id="{47AA0BD1-514A-4E33-A0FD-DF2342E79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76449" y="5517786"/>
            <a:ext cx="3102015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0" i="0" kern="1200" smtClean="0">
                <a:solidFill>
                  <a:schemeClr val="tx1"/>
                </a:solidFill>
                <a:latin typeface="+mn-lt"/>
                <a:ea typeface="Roboto Light" panose="02000000000000000000" pitchFamily="2" charset="0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76449" y="5763063"/>
            <a:ext cx="3102015" cy="784378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i="0" kern="1200" dirty="0" smtClean="0">
                <a:solidFill>
                  <a:schemeClr val="tx1"/>
                </a:solidFill>
                <a:latin typeface="+mn-lt"/>
                <a:ea typeface="Roboto Light" panose="02000000000000000000" pitchFamily="2" charset="0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F0772B66-01D8-4BE7-AE8E-C64CA1CF266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76450" y="1664695"/>
            <a:ext cx="5843953" cy="2255710"/>
          </a:xfrm>
        </p:spPr>
        <p:txBody>
          <a:bodyPr anchor="t" anchorCtr="0"/>
          <a:lstStyle>
            <a:lvl1pPr algn="l">
              <a:lnSpc>
                <a:spcPts val="5800"/>
              </a:lnSpc>
              <a:defRPr sz="6000" b="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60pt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BC9F1450-A172-44DF-9DE8-E6487649728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76450" y="4106731"/>
            <a:ext cx="4005019" cy="1092846"/>
          </a:xfrm>
        </p:spPr>
        <p:txBody>
          <a:bodyPr vert="horz" lIns="0" tIns="0" rIns="0" bIns="0" rtlCol="0">
            <a:noAutofit/>
          </a:bodyPr>
          <a:lstStyle>
            <a:lvl1pPr marL="0" indent="0" algn="l">
              <a:lnSpc>
                <a:spcPts val="2800"/>
              </a:lnSpc>
              <a:buNone/>
              <a:defRPr lang="en-US" sz="2400" b="0" i="0" kern="1200" spc="0" dirty="0">
                <a:solidFill>
                  <a:srgbClr val="00EB81"/>
                </a:solidFill>
                <a:latin typeface="+mn-lt"/>
                <a:ea typeface="Roboto Medium" panose="02000000000000000000" pitchFamily="2" charset="0"/>
                <a:cs typeface="+mn-cs"/>
              </a:defRPr>
            </a:lvl1pPr>
            <a:lvl2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Palatino Linotype" panose="00000500000000000000" pitchFamily="50" charset="0"/>
              </a:defRPr>
            </a:lvl2pPr>
            <a:lvl3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Palatino Linotype" panose="00000500000000000000" pitchFamily="50" charset="0"/>
              </a:defRPr>
            </a:lvl3pPr>
            <a:lvl4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Palatino Linotype" panose="00000500000000000000" pitchFamily="50" charset="0"/>
              </a:defRPr>
            </a:lvl4pPr>
            <a:lvl5pPr marL="0" algn="ctr">
              <a:lnSpc>
                <a:spcPct val="90000"/>
              </a:lnSpc>
              <a:spcAft>
                <a:spcPts val="600"/>
              </a:spcAft>
              <a:defRPr lang="en-US" sz="2400" dirty="0">
                <a:solidFill>
                  <a:srgbClr val="E6DCFF"/>
                </a:solidFill>
                <a:latin typeface="Palatino Linotype" panose="00000500000000000000" pitchFamily="50" charset="0"/>
              </a:defRPr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/>
              <a:t>Place subtitle here in Roboto Medium 24pt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411A8BC-AF90-53D2-1755-B9DDE635842B}"/>
              </a:ext>
            </a:extLst>
          </p:cNvPr>
          <p:cNvSpPr txBox="1"/>
          <p:nvPr userDrawn="1"/>
        </p:nvSpPr>
        <p:spPr>
          <a:xfrm>
            <a:off x="2143125" y="-1214438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8433562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lutation-GTS Keylin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87AD433-4B77-E741-930C-11F17D433B19}"/>
              </a:ext>
            </a:extLst>
          </p:cNvPr>
          <p:cNvSpPr txBox="1"/>
          <p:nvPr userDrawn="1"/>
        </p:nvSpPr>
        <p:spPr>
          <a:xfrm>
            <a:off x="4490720" y="360680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endParaRPr lang="en-US" noProof="0"/>
          </a:p>
        </p:txBody>
      </p:sp>
      <p:sp>
        <p:nvSpPr>
          <p:cNvPr id="2" name="Graphic 6">
            <a:extLst>
              <a:ext uri="{FF2B5EF4-FFF2-40B4-BE49-F238E27FC236}">
                <a16:creationId xmlns:a16="http://schemas.microsoft.com/office/drawing/2014/main" id="{27AB7AA1-7AD9-2ECD-2E1E-0F99A984480B}"/>
              </a:ext>
            </a:extLst>
          </p:cNvPr>
          <p:cNvSpPr/>
          <p:nvPr userDrawn="1"/>
        </p:nvSpPr>
        <p:spPr>
          <a:xfrm>
            <a:off x="381000" y="6375322"/>
            <a:ext cx="181969" cy="201168"/>
          </a:xfrm>
          <a:custGeom>
            <a:avLst/>
            <a:gdLst>
              <a:gd name="connsiteX0" fmla="*/ 1007031 w 1088192"/>
              <a:gd name="connsiteY0" fmla="*/ 1203008 h 1203007"/>
              <a:gd name="connsiteX1" fmla="*/ 597904 w 1088192"/>
              <a:gd name="connsiteY1" fmla="*/ 1203008 h 1203007"/>
              <a:gd name="connsiteX2" fmla="*/ 0 w 1088192"/>
              <a:gd name="connsiteY2" fmla="*/ 600647 h 1203007"/>
              <a:gd name="connsiteX3" fmla="*/ 597904 w 1088192"/>
              <a:gd name="connsiteY3" fmla="*/ 0 h 1203007"/>
              <a:gd name="connsiteX4" fmla="*/ 1007031 w 1088192"/>
              <a:gd name="connsiteY4" fmla="*/ 0 h 1203007"/>
              <a:gd name="connsiteX5" fmla="*/ 1088193 w 1088192"/>
              <a:gd name="connsiteY5" fmla="*/ 81534 h 1203007"/>
              <a:gd name="connsiteX6" fmla="*/ 1088193 w 1088192"/>
              <a:gd name="connsiteY6" fmla="*/ 219647 h 1203007"/>
              <a:gd name="connsiteX7" fmla="*/ 1007031 w 1088192"/>
              <a:gd name="connsiteY7" fmla="*/ 301181 h 1203007"/>
              <a:gd name="connsiteX8" fmla="*/ 298099 w 1088192"/>
              <a:gd name="connsiteY8" fmla="*/ 301181 h 1203007"/>
              <a:gd name="connsiteX9" fmla="*/ 245097 w 1088192"/>
              <a:gd name="connsiteY9" fmla="*/ 356045 h 1203007"/>
              <a:gd name="connsiteX10" fmla="*/ 255053 w 1088192"/>
              <a:gd name="connsiteY10" fmla="*/ 387668 h 1203007"/>
              <a:gd name="connsiteX11" fmla="*/ 632701 w 1088192"/>
              <a:gd name="connsiteY11" fmla="*/ 1066514 h 1203007"/>
              <a:gd name="connsiteX12" fmla="*/ 679066 w 1088192"/>
              <a:gd name="connsiteY12" fmla="*/ 1093184 h 1203007"/>
              <a:gd name="connsiteX13" fmla="*/ 735386 w 1088192"/>
              <a:gd name="connsiteY13" fmla="*/ 1038320 h 1203007"/>
              <a:gd name="connsiteX14" fmla="*/ 735386 w 1088192"/>
              <a:gd name="connsiteY14" fmla="*/ 628936 h 1203007"/>
              <a:gd name="connsiteX15" fmla="*/ 816547 w 1088192"/>
              <a:gd name="connsiteY15" fmla="*/ 547402 h 1203007"/>
              <a:gd name="connsiteX16" fmla="*/ 1007031 w 1088192"/>
              <a:gd name="connsiteY16" fmla="*/ 547402 h 1203007"/>
              <a:gd name="connsiteX17" fmla="*/ 1088193 w 1088192"/>
              <a:gd name="connsiteY17" fmla="*/ 628936 h 1203007"/>
              <a:gd name="connsiteX18" fmla="*/ 1088193 w 1088192"/>
              <a:gd name="connsiteY18" fmla="*/ 1119759 h 1203007"/>
              <a:gd name="connsiteX19" fmla="*/ 1007031 w 1088192"/>
              <a:gd name="connsiteY19" fmla="*/ 1203008 h 1203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088192" h="1203007">
                <a:moveTo>
                  <a:pt x="1007031" y="1203008"/>
                </a:moveTo>
                <a:lnTo>
                  <a:pt x="597904" y="1203008"/>
                </a:lnTo>
                <a:cubicBezTo>
                  <a:pt x="266620" y="1203008"/>
                  <a:pt x="0" y="933450"/>
                  <a:pt x="0" y="600647"/>
                </a:cubicBezTo>
                <a:cubicBezTo>
                  <a:pt x="0" y="269557"/>
                  <a:pt x="266715" y="0"/>
                  <a:pt x="597904" y="0"/>
                </a:cubicBezTo>
                <a:lnTo>
                  <a:pt x="1007031" y="0"/>
                </a:lnTo>
                <a:cubicBezTo>
                  <a:pt x="1051784" y="0"/>
                  <a:pt x="1088193" y="36576"/>
                  <a:pt x="1088193" y="81534"/>
                </a:cubicBezTo>
                <a:lnTo>
                  <a:pt x="1088193" y="219647"/>
                </a:lnTo>
                <a:cubicBezTo>
                  <a:pt x="1088193" y="264605"/>
                  <a:pt x="1051784" y="301181"/>
                  <a:pt x="1007031" y="301181"/>
                </a:cubicBezTo>
                <a:lnTo>
                  <a:pt x="298099" y="301181"/>
                </a:lnTo>
                <a:cubicBezTo>
                  <a:pt x="268232" y="301181"/>
                  <a:pt x="245097" y="326136"/>
                  <a:pt x="245097" y="356045"/>
                </a:cubicBezTo>
                <a:cubicBezTo>
                  <a:pt x="245097" y="367665"/>
                  <a:pt x="248416" y="379286"/>
                  <a:pt x="255053" y="387668"/>
                </a:cubicBezTo>
                <a:lnTo>
                  <a:pt x="632701" y="1066514"/>
                </a:lnTo>
                <a:cubicBezTo>
                  <a:pt x="640950" y="1083183"/>
                  <a:pt x="659249" y="1093184"/>
                  <a:pt x="679066" y="1093184"/>
                </a:cubicBezTo>
                <a:cubicBezTo>
                  <a:pt x="708932" y="1093184"/>
                  <a:pt x="735386" y="1068229"/>
                  <a:pt x="735386" y="1038320"/>
                </a:cubicBezTo>
                <a:lnTo>
                  <a:pt x="735386" y="628936"/>
                </a:lnTo>
                <a:cubicBezTo>
                  <a:pt x="735386" y="583978"/>
                  <a:pt x="771795" y="547402"/>
                  <a:pt x="816547" y="547402"/>
                </a:cubicBezTo>
                <a:lnTo>
                  <a:pt x="1007031" y="547402"/>
                </a:lnTo>
                <a:cubicBezTo>
                  <a:pt x="1051784" y="547402"/>
                  <a:pt x="1088193" y="583978"/>
                  <a:pt x="1088193" y="628936"/>
                </a:cubicBezTo>
                <a:lnTo>
                  <a:pt x="1088193" y="1119759"/>
                </a:lnTo>
                <a:cubicBezTo>
                  <a:pt x="1088193" y="1164717"/>
                  <a:pt x="1051784" y="1203008"/>
                  <a:pt x="1007031" y="1203008"/>
                </a:cubicBezTo>
                <a:close/>
              </a:path>
            </a:pathLst>
          </a:custGeom>
          <a:solidFill>
            <a:srgbClr val="969696"/>
          </a:solidFill>
          <a:ln w="946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08823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C35EA4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 with Image - Gradient Dar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961CA96-71E3-F941-B41E-52928AB9110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43000" y="4610099"/>
            <a:ext cx="4953000" cy="1474215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2400" b="1" i="0">
                <a:latin typeface="+mn-lt"/>
                <a:ea typeface="Roboto" panose="02000000000000000000" pitchFamily="2" charset="0"/>
              </a:defRPr>
            </a:lvl1pPr>
            <a:lvl2pPr marL="0" indent="0">
              <a:spcAft>
                <a:spcPts val="600"/>
              </a:spcAft>
              <a:buNone/>
              <a:defRPr sz="2400">
                <a:latin typeface="Palatino Linotype" pitchFamily="2" charset="77"/>
              </a:defRPr>
            </a:lvl2pPr>
            <a:lvl3pPr marL="0" indent="0">
              <a:spcAft>
                <a:spcPts val="600"/>
              </a:spcAft>
              <a:buNone/>
              <a:defRPr sz="2400">
                <a:latin typeface="Palatino Linotype" pitchFamily="2" charset="77"/>
              </a:defRPr>
            </a:lvl3pPr>
            <a:lvl4pPr marL="0" indent="0">
              <a:spcAft>
                <a:spcPts val="600"/>
              </a:spcAft>
              <a:buNone/>
              <a:defRPr sz="2400">
                <a:latin typeface="Palatino Linotype" pitchFamily="2" charset="77"/>
              </a:defRPr>
            </a:lvl4pPr>
            <a:lvl5pPr marL="0" indent="0">
              <a:spcAft>
                <a:spcPts val="600"/>
              </a:spcAft>
              <a:buNone/>
              <a:defRPr sz="2400">
                <a:latin typeface="Palatino Linotype" pitchFamily="2" charset="77"/>
              </a:defRPr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/>
              <a:t>Place subtitle here in Palatino Linotype 24pt</a:t>
            </a:r>
            <a:endParaRPr lang="en-US"/>
          </a:p>
        </p:txBody>
      </p:sp>
      <p:sp>
        <p:nvSpPr>
          <p:cNvPr id="12" name="Picture Placeholder 18">
            <a:extLst>
              <a:ext uri="{FF2B5EF4-FFF2-40B4-BE49-F238E27FC236}">
                <a16:creationId xmlns:a16="http://schemas.microsoft.com/office/drawing/2014/main" id="{3996D868-07E7-4C6F-B00B-4026C634BAE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858000" y="381000"/>
            <a:ext cx="4953000" cy="5703315"/>
          </a:xfrm>
          <a:noFill/>
        </p:spPr>
        <p:txBody>
          <a:bodyPr tIns="274320" bIns="274320" anchor="t"/>
          <a:lstStyle>
            <a:lvl1pPr marL="0" indent="0" algn="ctr">
              <a:buNone/>
              <a:defRPr sz="1400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3001" y="381000"/>
            <a:ext cx="4952999" cy="3915092"/>
          </a:xfrm>
        </p:spPr>
        <p:txBody>
          <a:bodyPr anchor="b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Section title 54pt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BB825C-3912-400B-A9ED-F17A355964BB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Graphic 6">
            <a:extLst>
              <a:ext uri="{FF2B5EF4-FFF2-40B4-BE49-F238E27FC236}">
                <a16:creationId xmlns:a16="http://schemas.microsoft.com/office/drawing/2014/main" id="{6222B9D9-898D-E902-CC11-815601FB2868}"/>
              </a:ext>
            </a:extLst>
          </p:cNvPr>
          <p:cNvSpPr/>
          <p:nvPr userDrawn="1"/>
        </p:nvSpPr>
        <p:spPr>
          <a:xfrm>
            <a:off x="381000" y="6375322"/>
            <a:ext cx="181969" cy="201168"/>
          </a:xfrm>
          <a:custGeom>
            <a:avLst/>
            <a:gdLst>
              <a:gd name="connsiteX0" fmla="*/ 1007031 w 1088192"/>
              <a:gd name="connsiteY0" fmla="*/ 1203008 h 1203007"/>
              <a:gd name="connsiteX1" fmla="*/ 597904 w 1088192"/>
              <a:gd name="connsiteY1" fmla="*/ 1203008 h 1203007"/>
              <a:gd name="connsiteX2" fmla="*/ 0 w 1088192"/>
              <a:gd name="connsiteY2" fmla="*/ 600647 h 1203007"/>
              <a:gd name="connsiteX3" fmla="*/ 597904 w 1088192"/>
              <a:gd name="connsiteY3" fmla="*/ 0 h 1203007"/>
              <a:gd name="connsiteX4" fmla="*/ 1007031 w 1088192"/>
              <a:gd name="connsiteY4" fmla="*/ 0 h 1203007"/>
              <a:gd name="connsiteX5" fmla="*/ 1088193 w 1088192"/>
              <a:gd name="connsiteY5" fmla="*/ 81534 h 1203007"/>
              <a:gd name="connsiteX6" fmla="*/ 1088193 w 1088192"/>
              <a:gd name="connsiteY6" fmla="*/ 219647 h 1203007"/>
              <a:gd name="connsiteX7" fmla="*/ 1007031 w 1088192"/>
              <a:gd name="connsiteY7" fmla="*/ 301181 h 1203007"/>
              <a:gd name="connsiteX8" fmla="*/ 298099 w 1088192"/>
              <a:gd name="connsiteY8" fmla="*/ 301181 h 1203007"/>
              <a:gd name="connsiteX9" fmla="*/ 245097 w 1088192"/>
              <a:gd name="connsiteY9" fmla="*/ 356045 h 1203007"/>
              <a:gd name="connsiteX10" fmla="*/ 255053 w 1088192"/>
              <a:gd name="connsiteY10" fmla="*/ 387668 h 1203007"/>
              <a:gd name="connsiteX11" fmla="*/ 632701 w 1088192"/>
              <a:gd name="connsiteY11" fmla="*/ 1066514 h 1203007"/>
              <a:gd name="connsiteX12" fmla="*/ 679066 w 1088192"/>
              <a:gd name="connsiteY12" fmla="*/ 1093184 h 1203007"/>
              <a:gd name="connsiteX13" fmla="*/ 735386 w 1088192"/>
              <a:gd name="connsiteY13" fmla="*/ 1038320 h 1203007"/>
              <a:gd name="connsiteX14" fmla="*/ 735386 w 1088192"/>
              <a:gd name="connsiteY14" fmla="*/ 628936 h 1203007"/>
              <a:gd name="connsiteX15" fmla="*/ 816547 w 1088192"/>
              <a:gd name="connsiteY15" fmla="*/ 547402 h 1203007"/>
              <a:gd name="connsiteX16" fmla="*/ 1007031 w 1088192"/>
              <a:gd name="connsiteY16" fmla="*/ 547402 h 1203007"/>
              <a:gd name="connsiteX17" fmla="*/ 1088193 w 1088192"/>
              <a:gd name="connsiteY17" fmla="*/ 628936 h 1203007"/>
              <a:gd name="connsiteX18" fmla="*/ 1088193 w 1088192"/>
              <a:gd name="connsiteY18" fmla="*/ 1119759 h 1203007"/>
              <a:gd name="connsiteX19" fmla="*/ 1007031 w 1088192"/>
              <a:gd name="connsiteY19" fmla="*/ 1203008 h 1203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088192" h="1203007">
                <a:moveTo>
                  <a:pt x="1007031" y="1203008"/>
                </a:moveTo>
                <a:lnTo>
                  <a:pt x="597904" y="1203008"/>
                </a:lnTo>
                <a:cubicBezTo>
                  <a:pt x="266620" y="1203008"/>
                  <a:pt x="0" y="933450"/>
                  <a:pt x="0" y="600647"/>
                </a:cubicBezTo>
                <a:cubicBezTo>
                  <a:pt x="0" y="269557"/>
                  <a:pt x="266715" y="0"/>
                  <a:pt x="597904" y="0"/>
                </a:cubicBezTo>
                <a:lnTo>
                  <a:pt x="1007031" y="0"/>
                </a:lnTo>
                <a:cubicBezTo>
                  <a:pt x="1051784" y="0"/>
                  <a:pt x="1088193" y="36576"/>
                  <a:pt x="1088193" y="81534"/>
                </a:cubicBezTo>
                <a:lnTo>
                  <a:pt x="1088193" y="219647"/>
                </a:lnTo>
                <a:cubicBezTo>
                  <a:pt x="1088193" y="264605"/>
                  <a:pt x="1051784" y="301181"/>
                  <a:pt x="1007031" y="301181"/>
                </a:cubicBezTo>
                <a:lnTo>
                  <a:pt x="298099" y="301181"/>
                </a:lnTo>
                <a:cubicBezTo>
                  <a:pt x="268232" y="301181"/>
                  <a:pt x="245097" y="326136"/>
                  <a:pt x="245097" y="356045"/>
                </a:cubicBezTo>
                <a:cubicBezTo>
                  <a:pt x="245097" y="367665"/>
                  <a:pt x="248416" y="379286"/>
                  <a:pt x="255053" y="387668"/>
                </a:cubicBezTo>
                <a:lnTo>
                  <a:pt x="632701" y="1066514"/>
                </a:lnTo>
                <a:cubicBezTo>
                  <a:pt x="640950" y="1083183"/>
                  <a:pt x="659249" y="1093184"/>
                  <a:pt x="679066" y="1093184"/>
                </a:cubicBezTo>
                <a:cubicBezTo>
                  <a:pt x="708932" y="1093184"/>
                  <a:pt x="735386" y="1068229"/>
                  <a:pt x="735386" y="1038320"/>
                </a:cubicBezTo>
                <a:lnTo>
                  <a:pt x="735386" y="628936"/>
                </a:lnTo>
                <a:cubicBezTo>
                  <a:pt x="735386" y="583978"/>
                  <a:pt x="771795" y="547402"/>
                  <a:pt x="816547" y="547402"/>
                </a:cubicBezTo>
                <a:lnTo>
                  <a:pt x="1007031" y="547402"/>
                </a:lnTo>
                <a:cubicBezTo>
                  <a:pt x="1051784" y="547402"/>
                  <a:pt x="1088193" y="583978"/>
                  <a:pt x="1088193" y="628936"/>
                </a:cubicBezTo>
                <a:lnTo>
                  <a:pt x="1088193" y="1119759"/>
                </a:lnTo>
                <a:cubicBezTo>
                  <a:pt x="1088193" y="1164717"/>
                  <a:pt x="1051784" y="1203008"/>
                  <a:pt x="1007031" y="1203008"/>
                </a:cubicBezTo>
                <a:close/>
              </a:path>
            </a:pathLst>
          </a:custGeom>
          <a:solidFill>
            <a:srgbClr val="969696"/>
          </a:solidFill>
          <a:ln w="946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215213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- Numbered, Gradient Mid Purp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3000" y="3889828"/>
            <a:ext cx="6186713" cy="2422072"/>
          </a:xfrm>
        </p:spPr>
        <p:txBody>
          <a:bodyPr anchor="t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Section title 54pt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63E56B88-63DE-42F5-AE08-5F9069ED6835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1143001" y="835805"/>
            <a:ext cx="6186712" cy="2194487"/>
          </a:xfrm>
        </p:spPr>
        <p:txBody>
          <a:bodyPr anchor="ctr"/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None/>
              <a:defRPr lang="en-US" sz="16600" b="1" kern="1200" dirty="0">
                <a:ln w="38100">
                  <a:noFill/>
                </a:ln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#</a:t>
            </a: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4CC28DDD-91C9-FB49-B057-796687C8B07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055427" y="3889827"/>
            <a:ext cx="2993573" cy="2422071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2400" b="1" i="0">
                <a:latin typeface="+mn-lt"/>
                <a:ea typeface="Roboto" panose="02000000000000000000" pitchFamily="2" charset="0"/>
              </a:defRPr>
            </a:lvl1pPr>
            <a:lvl2pPr marL="0" indent="0">
              <a:spcAft>
                <a:spcPts val="600"/>
              </a:spcAft>
              <a:buNone/>
              <a:defRPr sz="2400">
                <a:latin typeface="Palatino Linotype" pitchFamily="2" charset="77"/>
              </a:defRPr>
            </a:lvl2pPr>
            <a:lvl3pPr marL="0" indent="0">
              <a:spcAft>
                <a:spcPts val="600"/>
              </a:spcAft>
              <a:buNone/>
              <a:defRPr sz="2400">
                <a:latin typeface="Palatino Linotype" pitchFamily="2" charset="77"/>
              </a:defRPr>
            </a:lvl3pPr>
            <a:lvl4pPr marL="0" indent="0">
              <a:spcAft>
                <a:spcPts val="600"/>
              </a:spcAft>
              <a:buNone/>
              <a:defRPr sz="2400">
                <a:latin typeface="Palatino Linotype" pitchFamily="2" charset="77"/>
              </a:defRPr>
            </a:lvl4pPr>
            <a:lvl5pPr marL="0" indent="0">
              <a:spcAft>
                <a:spcPts val="600"/>
              </a:spcAft>
              <a:buNone/>
              <a:defRPr sz="2400">
                <a:latin typeface="Palatino Linotype" pitchFamily="2" charset="77"/>
              </a:defRPr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/>
              <a:t>Place subtitle here in Palatino Linotype 24pt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04ADF7-CE17-4A46-8A63-A366F9BB14A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613145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1DC12A70-EB69-034B-A8B3-5A8F76E5FCC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1001" y="1882446"/>
            <a:ext cx="3267012" cy="2699330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0"/>
              </a:spcAft>
              <a:buNone/>
              <a:defRPr sz="1800" b="1" i="0">
                <a:solidFill>
                  <a:srgbClr val="00EB81"/>
                </a:solidFill>
                <a:latin typeface="+mn-lt"/>
                <a:ea typeface="Roboto" panose="02000000000000000000" pitchFamily="2" charset="0"/>
              </a:defRPr>
            </a:lvl1pPr>
            <a:lvl2pPr marL="0" indent="0">
              <a:buNone/>
              <a:defRPr sz="1800"/>
            </a:lvl2pPr>
            <a:lvl3pPr marL="228600">
              <a:buFont typeface="Arial" panose="020B0604020202020204" pitchFamily="34" charset="0"/>
              <a:buChar char="•"/>
              <a:defRPr sz="1800"/>
            </a:lvl3pPr>
            <a:lvl4pPr marL="457200">
              <a:buFont typeface="System Font"/>
              <a:buChar char="–"/>
              <a:defRPr sz="1600"/>
            </a:lvl4pPr>
            <a:lvl5pPr marL="685800">
              <a:buFont typeface="Arial" panose="020B0604020202020204" pitchFamily="34" charset="0"/>
              <a:buChar char="•"/>
              <a:defRPr sz="1600"/>
            </a:lvl5pPr>
          </a:lstStyle>
          <a:p>
            <a:pPr marL="0" marR="0" lvl="0" indent="0" algn="l" defTabSz="2286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Place agenda summary </a:t>
            </a:r>
            <a:r>
              <a:rPr lang="en-GB"/>
              <a:t>here in Palatino Linotype 24pt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2" y="1072047"/>
            <a:ext cx="3267011" cy="810399"/>
          </a:xfrm>
        </p:spPr>
        <p:txBody>
          <a:bodyPr/>
          <a:lstStyle>
            <a:lvl1pPr>
              <a:defRPr b="0">
                <a:solidFill>
                  <a:schemeClr val="bg1"/>
                </a:solidFill>
              </a:defRPr>
            </a:lvl1pPr>
          </a:lstStyle>
          <a:p>
            <a:r>
              <a:rPr lang="en-GB"/>
              <a:t>Agenda title</a:t>
            </a:r>
            <a:endParaRPr lang="en-US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257C0C72-781A-F24F-B1F2-0A290409F1F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966971" y="1072046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57" name="Text Placeholder 17">
            <a:extLst>
              <a:ext uri="{FF2B5EF4-FFF2-40B4-BE49-F238E27FC236}">
                <a16:creationId xmlns:a16="http://schemas.microsoft.com/office/drawing/2014/main" id="{A5D4C4AC-7870-A641-AF65-6F3ECB9DA9C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66971" y="1676924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59" name="Text Placeholder 17">
            <a:extLst>
              <a:ext uri="{FF2B5EF4-FFF2-40B4-BE49-F238E27FC236}">
                <a16:creationId xmlns:a16="http://schemas.microsoft.com/office/drawing/2014/main" id="{9F332AA7-2896-E24E-B21D-90FED54D433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966971" y="2281802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61" name="Text Placeholder 17">
            <a:extLst>
              <a:ext uri="{FF2B5EF4-FFF2-40B4-BE49-F238E27FC236}">
                <a16:creationId xmlns:a16="http://schemas.microsoft.com/office/drawing/2014/main" id="{25D7BCB2-FC6B-2A46-AC11-482A4F73111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966971" y="2886680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63" name="Text Placeholder 17">
            <a:extLst>
              <a:ext uri="{FF2B5EF4-FFF2-40B4-BE49-F238E27FC236}">
                <a16:creationId xmlns:a16="http://schemas.microsoft.com/office/drawing/2014/main" id="{FD74906C-72A4-CF4A-A4F6-B28AE864B9B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966971" y="3491558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65" name="Text Placeholder 17">
            <a:extLst>
              <a:ext uri="{FF2B5EF4-FFF2-40B4-BE49-F238E27FC236}">
                <a16:creationId xmlns:a16="http://schemas.microsoft.com/office/drawing/2014/main" id="{F28AA3EC-0083-2742-A4D0-0B32569FD7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966971" y="4096436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67" name="Text Placeholder 17">
            <a:extLst>
              <a:ext uri="{FF2B5EF4-FFF2-40B4-BE49-F238E27FC236}">
                <a16:creationId xmlns:a16="http://schemas.microsoft.com/office/drawing/2014/main" id="{D46DA866-B19E-684E-8A23-EEA29548784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966971" y="4701314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69" name="Text Placeholder 17">
            <a:extLst>
              <a:ext uri="{FF2B5EF4-FFF2-40B4-BE49-F238E27FC236}">
                <a16:creationId xmlns:a16="http://schemas.microsoft.com/office/drawing/2014/main" id="{A4A135E2-DF01-5543-BA57-DFBCCC446A3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966971" y="5306193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29" name="Text Placeholder 17">
            <a:extLst>
              <a:ext uri="{FF2B5EF4-FFF2-40B4-BE49-F238E27FC236}">
                <a16:creationId xmlns:a16="http://schemas.microsoft.com/office/drawing/2014/main" id="{2F4C171E-3D12-FC48-87BB-B5005B4EE33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426242" y="1072046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0" i="0">
                <a:solidFill>
                  <a:srgbClr val="00EB8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0" name="Text Placeholder 17">
            <a:extLst>
              <a:ext uri="{FF2B5EF4-FFF2-40B4-BE49-F238E27FC236}">
                <a16:creationId xmlns:a16="http://schemas.microsoft.com/office/drawing/2014/main" id="{E8AE9E02-9423-4748-8AD7-2BBB3B94A79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426242" y="1676924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0" i="0">
                <a:solidFill>
                  <a:srgbClr val="00EB8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1" name="Text Placeholder 17">
            <a:extLst>
              <a:ext uri="{FF2B5EF4-FFF2-40B4-BE49-F238E27FC236}">
                <a16:creationId xmlns:a16="http://schemas.microsoft.com/office/drawing/2014/main" id="{7C692F47-FBF4-5842-A0CA-4B8B48DE463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426242" y="2281802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0" i="0">
                <a:solidFill>
                  <a:srgbClr val="00EB8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2" name="Text Placeholder 17">
            <a:extLst>
              <a:ext uri="{FF2B5EF4-FFF2-40B4-BE49-F238E27FC236}">
                <a16:creationId xmlns:a16="http://schemas.microsoft.com/office/drawing/2014/main" id="{BDE48124-A481-074B-9AD4-22EC49D172D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426242" y="2886680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0" i="0">
                <a:solidFill>
                  <a:srgbClr val="00EB8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3" name="Text Placeholder 17">
            <a:extLst>
              <a:ext uri="{FF2B5EF4-FFF2-40B4-BE49-F238E27FC236}">
                <a16:creationId xmlns:a16="http://schemas.microsoft.com/office/drawing/2014/main" id="{98E2B4B4-ED02-4945-B581-1A8D48D031A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26242" y="3491558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0" i="0">
                <a:solidFill>
                  <a:srgbClr val="00EB8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4" name="Text Placeholder 17">
            <a:extLst>
              <a:ext uri="{FF2B5EF4-FFF2-40B4-BE49-F238E27FC236}">
                <a16:creationId xmlns:a16="http://schemas.microsoft.com/office/drawing/2014/main" id="{B70B7DFE-5DE8-0F42-BF3C-DA43110C0D0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426242" y="4096436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0" i="0">
                <a:solidFill>
                  <a:srgbClr val="00EB8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5" name="Text Placeholder 17">
            <a:extLst>
              <a:ext uri="{FF2B5EF4-FFF2-40B4-BE49-F238E27FC236}">
                <a16:creationId xmlns:a16="http://schemas.microsoft.com/office/drawing/2014/main" id="{D63FCDAD-F7F9-774F-8EC9-A0777820ED0F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426242" y="4701314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0" i="0">
                <a:solidFill>
                  <a:srgbClr val="00EB8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6" name="Text Placeholder 17">
            <a:extLst>
              <a:ext uri="{FF2B5EF4-FFF2-40B4-BE49-F238E27FC236}">
                <a16:creationId xmlns:a16="http://schemas.microsoft.com/office/drawing/2014/main" id="{AE66CCF5-C5F4-5645-A851-E4A7D572FDA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426242" y="5306193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0" i="0">
                <a:solidFill>
                  <a:srgbClr val="00EB8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86" name="Text Placeholder 17">
            <a:extLst>
              <a:ext uri="{FF2B5EF4-FFF2-40B4-BE49-F238E27FC236}">
                <a16:creationId xmlns:a16="http://schemas.microsoft.com/office/drawing/2014/main" id="{C10680BC-1106-B24D-A63E-02912A27325E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857959" y="1072046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87" name="Text Placeholder 17">
            <a:extLst>
              <a:ext uri="{FF2B5EF4-FFF2-40B4-BE49-F238E27FC236}">
                <a16:creationId xmlns:a16="http://schemas.microsoft.com/office/drawing/2014/main" id="{194D437D-E8B7-694E-B60A-5A3D6E811713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57959" y="1676924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88" name="Text Placeholder 17">
            <a:extLst>
              <a:ext uri="{FF2B5EF4-FFF2-40B4-BE49-F238E27FC236}">
                <a16:creationId xmlns:a16="http://schemas.microsoft.com/office/drawing/2014/main" id="{D743CFF4-B173-B648-86A6-5021F5FB8C07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8857959" y="2281802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89" name="Text Placeholder 17">
            <a:extLst>
              <a:ext uri="{FF2B5EF4-FFF2-40B4-BE49-F238E27FC236}">
                <a16:creationId xmlns:a16="http://schemas.microsoft.com/office/drawing/2014/main" id="{67B9EDF9-023B-A84C-B540-ABBA3E3BA5C0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57959" y="2886680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0" name="Text Placeholder 17">
            <a:extLst>
              <a:ext uri="{FF2B5EF4-FFF2-40B4-BE49-F238E27FC236}">
                <a16:creationId xmlns:a16="http://schemas.microsoft.com/office/drawing/2014/main" id="{EA82EDEB-3F03-7A48-BC36-8C7437083F46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8857959" y="3491558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1" name="Text Placeholder 17">
            <a:extLst>
              <a:ext uri="{FF2B5EF4-FFF2-40B4-BE49-F238E27FC236}">
                <a16:creationId xmlns:a16="http://schemas.microsoft.com/office/drawing/2014/main" id="{8D7A3AD2-4413-D941-B944-D1D235AC6689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857959" y="4096436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2" name="Text Placeholder 17">
            <a:extLst>
              <a:ext uri="{FF2B5EF4-FFF2-40B4-BE49-F238E27FC236}">
                <a16:creationId xmlns:a16="http://schemas.microsoft.com/office/drawing/2014/main" id="{F5014509-24B5-6040-8686-31A95601E0B3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857959" y="4701314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3" name="Text Placeholder 17">
            <a:extLst>
              <a:ext uri="{FF2B5EF4-FFF2-40B4-BE49-F238E27FC236}">
                <a16:creationId xmlns:a16="http://schemas.microsoft.com/office/drawing/2014/main" id="{02B9D5CB-DA36-724C-A996-6331344816A3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8857959" y="5306193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4" name="Text Placeholder 17">
            <a:extLst>
              <a:ext uri="{FF2B5EF4-FFF2-40B4-BE49-F238E27FC236}">
                <a16:creationId xmlns:a16="http://schemas.microsoft.com/office/drawing/2014/main" id="{ED51288A-4DF8-0D4F-8BBC-90AE60B66177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8317230" y="1072046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0" i="0">
                <a:solidFill>
                  <a:srgbClr val="00EB8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5" name="Text Placeholder 17">
            <a:extLst>
              <a:ext uri="{FF2B5EF4-FFF2-40B4-BE49-F238E27FC236}">
                <a16:creationId xmlns:a16="http://schemas.microsoft.com/office/drawing/2014/main" id="{B55123CE-2705-2A4C-88D5-5BEECF04606C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8317230" y="1676924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0" i="0">
                <a:solidFill>
                  <a:srgbClr val="00EB8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6" name="Text Placeholder 17">
            <a:extLst>
              <a:ext uri="{FF2B5EF4-FFF2-40B4-BE49-F238E27FC236}">
                <a16:creationId xmlns:a16="http://schemas.microsoft.com/office/drawing/2014/main" id="{95340386-A048-C64F-B858-E874FB9006DC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7230" y="2281802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0" i="0">
                <a:solidFill>
                  <a:srgbClr val="00EB8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7" name="Text Placeholder 17">
            <a:extLst>
              <a:ext uri="{FF2B5EF4-FFF2-40B4-BE49-F238E27FC236}">
                <a16:creationId xmlns:a16="http://schemas.microsoft.com/office/drawing/2014/main" id="{389D3522-38D0-6A46-B023-28998ECDD0FA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8317230" y="2886680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0" i="0">
                <a:solidFill>
                  <a:srgbClr val="00EB8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8" name="Text Placeholder 17">
            <a:extLst>
              <a:ext uri="{FF2B5EF4-FFF2-40B4-BE49-F238E27FC236}">
                <a16:creationId xmlns:a16="http://schemas.microsoft.com/office/drawing/2014/main" id="{DFF1DA35-A5DD-8E48-B33F-D2FC79AD9AF0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8317230" y="3491558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0" i="0">
                <a:solidFill>
                  <a:srgbClr val="00EB8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9" name="Text Placeholder 17">
            <a:extLst>
              <a:ext uri="{FF2B5EF4-FFF2-40B4-BE49-F238E27FC236}">
                <a16:creationId xmlns:a16="http://schemas.microsoft.com/office/drawing/2014/main" id="{2DD1FA43-908E-6A4A-8D78-19F781C138B2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8317230" y="4096436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0" i="0">
                <a:solidFill>
                  <a:srgbClr val="00EB8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100" name="Text Placeholder 17">
            <a:extLst>
              <a:ext uri="{FF2B5EF4-FFF2-40B4-BE49-F238E27FC236}">
                <a16:creationId xmlns:a16="http://schemas.microsoft.com/office/drawing/2014/main" id="{B42DF6FB-CEA5-344B-B42D-A5B8AF0712F6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8317230" y="4701314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0" i="0">
                <a:solidFill>
                  <a:srgbClr val="00EB8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101" name="Text Placeholder 17">
            <a:extLst>
              <a:ext uri="{FF2B5EF4-FFF2-40B4-BE49-F238E27FC236}">
                <a16:creationId xmlns:a16="http://schemas.microsoft.com/office/drawing/2014/main" id="{DD7618EA-1B4E-9D4F-BE9D-ED39BC26377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8317230" y="5306193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0" i="0">
                <a:solidFill>
                  <a:srgbClr val="00EB8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796CD18-ADDA-4A64-BDD0-F5A8D01FDD49}"/>
              </a:ext>
            </a:extLst>
          </p:cNvPr>
          <p:cNvSpPr>
            <a:spLocks noGrp="1"/>
          </p:cNvSpPr>
          <p:nvPr>
            <p:ph type="sldNum" sz="quarter" idx="5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687631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 and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C6DB689C-7DB3-4046-A1BF-E63F8EF784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906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87C97B1E-CB9E-4CBC-A6F1-1D4F2E4ECB34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381001" y="1371600"/>
            <a:ext cx="11430000" cy="4940300"/>
          </a:xfrm>
        </p:spPr>
        <p:txBody>
          <a:bodyPr/>
          <a:lstStyle>
            <a:lvl1pPr marL="228600" indent="-228600">
              <a:buFont typeface="Arial" panose="020B0604020202020204" pitchFamily="34" charset="0"/>
              <a:buChar char="•"/>
              <a:defRPr/>
            </a:lvl1pPr>
            <a:lvl2pPr marL="457200">
              <a:defRPr/>
            </a:lvl2pPr>
            <a:lvl3pPr marL="685800">
              <a:defRPr/>
            </a:lvl3pPr>
            <a:lvl4pPr marL="914400">
              <a:defRPr/>
            </a:lvl4pPr>
            <a:lvl5pPr marL="1143000">
              <a:defRPr/>
            </a:lvl5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E4E1CDE7-C850-4F14-8D26-8BD1EE3D6D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 defTabSz="228600">
              <a:spcAft>
                <a:spcPts val="1200"/>
              </a:spcAft>
              <a:defRPr/>
            </a:pPr>
            <a:r>
              <a:rPr lang="en-GB"/>
              <a:t>Copyright © 2022 Accenture. All rights reserved.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2BEF25E-6F09-4B47-806E-462D7622D10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508547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ong Headline and 1 Column Dar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6D4EA4B-84F0-4EB3-B6B4-6EAB903D2C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906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5" name="Content Placeholder 7">
            <a:extLst>
              <a:ext uri="{FF2B5EF4-FFF2-40B4-BE49-F238E27FC236}">
                <a16:creationId xmlns:a16="http://schemas.microsoft.com/office/drawing/2014/main" id="{6DFCE48E-1DF3-48D6-BD43-BA3B9CE95A05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381001" y="1371601"/>
            <a:ext cx="11430000" cy="4940300"/>
          </a:xfrm>
        </p:spPr>
        <p:txBody>
          <a:bodyPr/>
          <a:lstStyle/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AE8CB08-3B2A-44E5-8975-B69F3969CD4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Graphic 6">
            <a:extLst>
              <a:ext uri="{FF2B5EF4-FFF2-40B4-BE49-F238E27FC236}">
                <a16:creationId xmlns:a16="http://schemas.microsoft.com/office/drawing/2014/main" id="{5137367E-BF63-7FE7-AEC3-8694D1759BF4}"/>
              </a:ext>
            </a:extLst>
          </p:cNvPr>
          <p:cNvSpPr/>
          <p:nvPr userDrawn="1"/>
        </p:nvSpPr>
        <p:spPr>
          <a:xfrm>
            <a:off x="381000" y="6375322"/>
            <a:ext cx="181969" cy="201168"/>
          </a:xfrm>
          <a:custGeom>
            <a:avLst/>
            <a:gdLst>
              <a:gd name="connsiteX0" fmla="*/ 1007031 w 1088192"/>
              <a:gd name="connsiteY0" fmla="*/ 1203008 h 1203007"/>
              <a:gd name="connsiteX1" fmla="*/ 597904 w 1088192"/>
              <a:gd name="connsiteY1" fmla="*/ 1203008 h 1203007"/>
              <a:gd name="connsiteX2" fmla="*/ 0 w 1088192"/>
              <a:gd name="connsiteY2" fmla="*/ 600647 h 1203007"/>
              <a:gd name="connsiteX3" fmla="*/ 597904 w 1088192"/>
              <a:gd name="connsiteY3" fmla="*/ 0 h 1203007"/>
              <a:gd name="connsiteX4" fmla="*/ 1007031 w 1088192"/>
              <a:gd name="connsiteY4" fmla="*/ 0 h 1203007"/>
              <a:gd name="connsiteX5" fmla="*/ 1088193 w 1088192"/>
              <a:gd name="connsiteY5" fmla="*/ 81534 h 1203007"/>
              <a:gd name="connsiteX6" fmla="*/ 1088193 w 1088192"/>
              <a:gd name="connsiteY6" fmla="*/ 219647 h 1203007"/>
              <a:gd name="connsiteX7" fmla="*/ 1007031 w 1088192"/>
              <a:gd name="connsiteY7" fmla="*/ 301181 h 1203007"/>
              <a:gd name="connsiteX8" fmla="*/ 298099 w 1088192"/>
              <a:gd name="connsiteY8" fmla="*/ 301181 h 1203007"/>
              <a:gd name="connsiteX9" fmla="*/ 245097 w 1088192"/>
              <a:gd name="connsiteY9" fmla="*/ 356045 h 1203007"/>
              <a:gd name="connsiteX10" fmla="*/ 255053 w 1088192"/>
              <a:gd name="connsiteY10" fmla="*/ 387668 h 1203007"/>
              <a:gd name="connsiteX11" fmla="*/ 632701 w 1088192"/>
              <a:gd name="connsiteY11" fmla="*/ 1066514 h 1203007"/>
              <a:gd name="connsiteX12" fmla="*/ 679066 w 1088192"/>
              <a:gd name="connsiteY12" fmla="*/ 1093184 h 1203007"/>
              <a:gd name="connsiteX13" fmla="*/ 735386 w 1088192"/>
              <a:gd name="connsiteY13" fmla="*/ 1038320 h 1203007"/>
              <a:gd name="connsiteX14" fmla="*/ 735386 w 1088192"/>
              <a:gd name="connsiteY14" fmla="*/ 628936 h 1203007"/>
              <a:gd name="connsiteX15" fmla="*/ 816547 w 1088192"/>
              <a:gd name="connsiteY15" fmla="*/ 547402 h 1203007"/>
              <a:gd name="connsiteX16" fmla="*/ 1007031 w 1088192"/>
              <a:gd name="connsiteY16" fmla="*/ 547402 h 1203007"/>
              <a:gd name="connsiteX17" fmla="*/ 1088193 w 1088192"/>
              <a:gd name="connsiteY17" fmla="*/ 628936 h 1203007"/>
              <a:gd name="connsiteX18" fmla="*/ 1088193 w 1088192"/>
              <a:gd name="connsiteY18" fmla="*/ 1119759 h 1203007"/>
              <a:gd name="connsiteX19" fmla="*/ 1007031 w 1088192"/>
              <a:gd name="connsiteY19" fmla="*/ 1203008 h 1203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088192" h="1203007">
                <a:moveTo>
                  <a:pt x="1007031" y="1203008"/>
                </a:moveTo>
                <a:lnTo>
                  <a:pt x="597904" y="1203008"/>
                </a:lnTo>
                <a:cubicBezTo>
                  <a:pt x="266620" y="1203008"/>
                  <a:pt x="0" y="933450"/>
                  <a:pt x="0" y="600647"/>
                </a:cubicBezTo>
                <a:cubicBezTo>
                  <a:pt x="0" y="269557"/>
                  <a:pt x="266715" y="0"/>
                  <a:pt x="597904" y="0"/>
                </a:cubicBezTo>
                <a:lnTo>
                  <a:pt x="1007031" y="0"/>
                </a:lnTo>
                <a:cubicBezTo>
                  <a:pt x="1051784" y="0"/>
                  <a:pt x="1088193" y="36576"/>
                  <a:pt x="1088193" y="81534"/>
                </a:cubicBezTo>
                <a:lnTo>
                  <a:pt x="1088193" y="219647"/>
                </a:lnTo>
                <a:cubicBezTo>
                  <a:pt x="1088193" y="264605"/>
                  <a:pt x="1051784" y="301181"/>
                  <a:pt x="1007031" y="301181"/>
                </a:cubicBezTo>
                <a:lnTo>
                  <a:pt x="298099" y="301181"/>
                </a:lnTo>
                <a:cubicBezTo>
                  <a:pt x="268232" y="301181"/>
                  <a:pt x="245097" y="326136"/>
                  <a:pt x="245097" y="356045"/>
                </a:cubicBezTo>
                <a:cubicBezTo>
                  <a:pt x="245097" y="367665"/>
                  <a:pt x="248416" y="379286"/>
                  <a:pt x="255053" y="387668"/>
                </a:cubicBezTo>
                <a:lnTo>
                  <a:pt x="632701" y="1066514"/>
                </a:lnTo>
                <a:cubicBezTo>
                  <a:pt x="640950" y="1083183"/>
                  <a:pt x="659249" y="1093184"/>
                  <a:pt x="679066" y="1093184"/>
                </a:cubicBezTo>
                <a:cubicBezTo>
                  <a:pt x="708932" y="1093184"/>
                  <a:pt x="735386" y="1068229"/>
                  <a:pt x="735386" y="1038320"/>
                </a:cubicBezTo>
                <a:lnTo>
                  <a:pt x="735386" y="628936"/>
                </a:lnTo>
                <a:cubicBezTo>
                  <a:pt x="735386" y="583978"/>
                  <a:pt x="771795" y="547402"/>
                  <a:pt x="816547" y="547402"/>
                </a:cubicBezTo>
                <a:lnTo>
                  <a:pt x="1007031" y="547402"/>
                </a:lnTo>
                <a:cubicBezTo>
                  <a:pt x="1051784" y="547402"/>
                  <a:pt x="1088193" y="583978"/>
                  <a:pt x="1088193" y="628936"/>
                </a:cubicBezTo>
                <a:lnTo>
                  <a:pt x="1088193" y="1119759"/>
                </a:lnTo>
                <a:cubicBezTo>
                  <a:pt x="1088193" y="1164717"/>
                  <a:pt x="1051784" y="1203008"/>
                  <a:pt x="1007031" y="1203008"/>
                </a:cubicBezTo>
                <a:close/>
              </a:path>
            </a:pathLst>
          </a:custGeom>
          <a:solidFill>
            <a:srgbClr val="969696"/>
          </a:solidFill>
          <a:ln w="946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00924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-subtitle and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380999"/>
            <a:ext cx="11429999" cy="798830"/>
          </a:xfrm>
        </p:spPr>
        <p:txBody>
          <a:bodyPr/>
          <a:lstStyle/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F42700C7-7F8C-8142-B39A-C4519A48B90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80999" y="1947672"/>
            <a:ext cx="5524499" cy="4361688"/>
          </a:xfrm>
        </p:spPr>
        <p:txBody>
          <a:bodyPr/>
          <a:lstStyle>
            <a:lvl1pPr>
              <a:lnSpc>
                <a:spcPts val="2200"/>
              </a:lnSpc>
              <a:spcAft>
                <a:spcPts val="600"/>
              </a:spcAft>
              <a:defRPr sz="1800" spc="50" baseline="0"/>
            </a:lvl1pPr>
            <a:lvl2pPr>
              <a:lnSpc>
                <a:spcPts val="2200"/>
              </a:lnSpc>
              <a:spcAft>
                <a:spcPts val="600"/>
              </a:spcAft>
              <a:defRPr sz="1800" spc="50" baseline="0"/>
            </a:lvl2pPr>
            <a:lvl3pPr>
              <a:lnSpc>
                <a:spcPts val="2200"/>
              </a:lnSpc>
              <a:spcAft>
                <a:spcPts val="600"/>
              </a:spcAft>
              <a:defRPr sz="1800" spc="50" baseline="0"/>
            </a:lvl3pPr>
            <a:lvl4pPr>
              <a:lnSpc>
                <a:spcPts val="2200"/>
              </a:lnSpc>
              <a:spcAft>
                <a:spcPts val="600"/>
              </a:spcAft>
              <a:defRPr sz="1600" spc="50" baseline="0"/>
            </a:lvl4pPr>
            <a:lvl5pPr>
              <a:lnSpc>
                <a:spcPts val="2200"/>
              </a:lnSpc>
              <a:spcAft>
                <a:spcPts val="600"/>
              </a:spcAft>
              <a:defRPr sz="1600" spc="50" baseline="0"/>
            </a:lvl5pPr>
            <a:lvl6pPr>
              <a:lnSpc>
                <a:spcPts val="2200"/>
              </a:lnSpc>
              <a:defRPr sz="1200" spc="50" baseline="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B1D4973F-C5A4-0C42-BA05-26E23A1AE857}"/>
              </a:ext>
            </a:extLst>
          </p:cNvPr>
          <p:cNvSpPr>
            <a:spLocks noGrp="1"/>
          </p:cNvSpPr>
          <p:nvPr>
            <p:ph sz="half" idx="18" hasCustomPrompt="1"/>
          </p:nvPr>
        </p:nvSpPr>
        <p:spPr>
          <a:xfrm>
            <a:off x="6286500" y="1947672"/>
            <a:ext cx="5524499" cy="4361688"/>
          </a:xfrm>
        </p:spPr>
        <p:txBody>
          <a:bodyPr/>
          <a:lstStyle>
            <a:lvl1pPr>
              <a:lnSpc>
                <a:spcPts val="2200"/>
              </a:lnSpc>
              <a:spcAft>
                <a:spcPts val="600"/>
              </a:spcAft>
              <a:defRPr sz="1800" spc="50" baseline="0"/>
            </a:lvl1pPr>
            <a:lvl2pPr>
              <a:lnSpc>
                <a:spcPts val="2200"/>
              </a:lnSpc>
              <a:spcAft>
                <a:spcPts val="600"/>
              </a:spcAft>
              <a:defRPr sz="1800" spc="50" baseline="0"/>
            </a:lvl2pPr>
            <a:lvl3pPr>
              <a:lnSpc>
                <a:spcPts val="2200"/>
              </a:lnSpc>
              <a:spcAft>
                <a:spcPts val="600"/>
              </a:spcAft>
              <a:defRPr sz="1800" spc="50" baseline="0"/>
            </a:lvl3pPr>
            <a:lvl4pPr>
              <a:lnSpc>
                <a:spcPts val="2200"/>
              </a:lnSpc>
              <a:spcAft>
                <a:spcPts val="600"/>
              </a:spcAft>
              <a:defRPr sz="1600" spc="50" baseline="0"/>
            </a:lvl4pPr>
            <a:lvl5pPr>
              <a:lnSpc>
                <a:spcPts val="2200"/>
              </a:lnSpc>
              <a:spcAft>
                <a:spcPts val="600"/>
              </a:spcAft>
              <a:defRPr sz="1600" spc="50" baseline="0"/>
            </a:lvl5pPr>
            <a:lvl6pPr>
              <a:lnSpc>
                <a:spcPts val="2200"/>
              </a:lnSpc>
              <a:defRPr sz="1200" spc="50" baseline="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8A356218-065E-4505-9831-1D032924567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1" i="0">
                <a:solidFill>
                  <a:srgbClr val="00B8FF"/>
                </a:solidFill>
                <a:latin typeface="+mn-lt"/>
                <a:ea typeface="Roboto" panose="02000000000000000000" pitchFamily="2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/>
              <a:t>Place subtitle here in Roboto Bold 18pt</a:t>
            </a:r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A363034-F9EC-4A95-91E0-2E8019749311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19748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32" userDrawn="1">
          <p15:clr>
            <a:srgbClr val="547EBF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-subtitle and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8001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A49B96C-8E74-4C8B-BDE4-9B82801CA0EE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381001" y="1949194"/>
            <a:ext cx="11430000" cy="4362706"/>
          </a:xfrm>
        </p:spPr>
        <p:txBody>
          <a:bodyPr/>
          <a:lstStyle/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385C65-6BFC-4F61-A214-71B69537BB4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b="1" i="0">
                <a:solidFill>
                  <a:srgbClr val="00B8FF"/>
                </a:solidFill>
                <a:latin typeface="+mn-lt"/>
                <a:ea typeface="Roboto" panose="02000000000000000000" pitchFamily="2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/>
              <a:t>Place subtitle here in Roboto 20pt</a:t>
            </a:r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5699EEA-1839-42AE-A096-1905CABA27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4746" y="6410513"/>
            <a:ext cx="326254" cy="201168"/>
          </a:xfrm>
        </p:spPr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74456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31" userDrawn="1">
          <p15:clr>
            <a:srgbClr val="547EBF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 and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380999"/>
            <a:ext cx="11429999" cy="987552"/>
          </a:xfrm>
        </p:spPr>
        <p:txBody>
          <a:bodyPr/>
          <a:lstStyle/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F42700C7-7F8C-8142-B39A-C4519A48B90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80999" y="1371600"/>
            <a:ext cx="5524499" cy="493776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B1D4973F-C5A4-0C42-BA05-26E23A1AE857}"/>
              </a:ext>
            </a:extLst>
          </p:cNvPr>
          <p:cNvSpPr>
            <a:spLocks noGrp="1"/>
          </p:cNvSpPr>
          <p:nvPr>
            <p:ph sz="half" idx="18" hasCustomPrompt="1"/>
          </p:nvPr>
        </p:nvSpPr>
        <p:spPr>
          <a:xfrm>
            <a:off x="6286500" y="1371600"/>
            <a:ext cx="5524499" cy="493776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9BB8772-B000-40EC-8AE7-3AA41499E64B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42098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-subtitle and 2 Headings/Co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380999"/>
            <a:ext cx="11429999" cy="798830"/>
          </a:xfrm>
        </p:spPr>
        <p:txBody>
          <a:bodyPr/>
          <a:lstStyle/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9BBD74-54FD-481F-B3FD-0CE5318F281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81000" y="1949194"/>
            <a:ext cx="552450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EDE1E44A-D007-46D2-9E20-283025607FF2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6286499" y="1949194"/>
            <a:ext cx="552450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F42700C7-7F8C-8142-B39A-C4519A48B90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80999" y="2772154"/>
            <a:ext cx="5524499" cy="3101872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B1D4973F-C5A4-0C42-BA05-26E23A1AE857}"/>
              </a:ext>
            </a:extLst>
          </p:cNvPr>
          <p:cNvSpPr>
            <a:spLocks noGrp="1"/>
          </p:cNvSpPr>
          <p:nvPr>
            <p:ph sz="half" idx="18" hasCustomPrompt="1"/>
          </p:nvPr>
        </p:nvSpPr>
        <p:spPr>
          <a:xfrm>
            <a:off x="6286500" y="2772154"/>
            <a:ext cx="5524499" cy="3101872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8A356218-065E-4505-9831-1D032924567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b="1" i="0">
                <a:solidFill>
                  <a:srgbClr val="00B8FF"/>
                </a:solidFill>
                <a:latin typeface="+mn-lt"/>
                <a:ea typeface="Roboto" panose="02000000000000000000" pitchFamily="2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/>
              <a:t>Place subtitle here in Palatino Linotype 20pt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A5F1A8-92F0-48CE-B27D-E2B7EE762F1A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94508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08" userDrawn="1">
          <p15:clr>
            <a:srgbClr val="C35EA4"/>
          </p15:clr>
        </p15:guide>
        <p15:guide id="2" orient="horz" pos="932" userDrawn="1">
          <p15:clr>
            <a:srgbClr val="547EBF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 and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380999"/>
            <a:ext cx="11429999" cy="793837"/>
          </a:xfrm>
        </p:spPr>
        <p:txBody>
          <a:bodyPr/>
          <a:lstStyle/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9BBD74-54FD-481F-B3FD-0CE5318F281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81000" y="2286000"/>
            <a:ext cx="355600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BA4C27-1C65-4465-A8B1-ACE92701B4D0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81000" y="3108960"/>
            <a:ext cx="3556000" cy="2761488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72341109-26F6-4227-8890-EA8EB1C0EBBA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81000" y="1828800"/>
            <a:ext cx="355600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rgbClr val="00B8FF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65274935-A310-47A1-ACB7-150C9A4CCBD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4318000" y="2286000"/>
            <a:ext cx="355600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DB26F5FE-8482-4C00-99C1-3FC3BEEE82C8}"/>
              </a:ext>
            </a:extLst>
          </p:cNvPr>
          <p:cNvSpPr>
            <a:spLocks noGrp="1"/>
          </p:cNvSpPr>
          <p:nvPr>
            <p:ph sz="half" idx="20" hasCustomPrompt="1"/>
          </p:nvPr>
        </p:nvSpPr>
        <p:spPr>
          <a:xfrm>
            <a:off x="4318000" y="3108960"/>
            <a:ext cx="3556000" cy="2761488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marL="11113" lvl="5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503030202060203" pitchFamily="34" charset="0"/>
              <a:buNone/>
              <a:tabLst/>
            </a:pPr>
            <a:r>
              <a:rPr lang="en-US"/>
              <a:t>Sixth level 12pt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6F91AD4F-1A63-495D-A741-37A4A9D585AA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4318000" y="1828800"/>
            <a:ext cx="355600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rgbClr val="00B8FF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9B33E71D-D540-47A3-B3BA-2FFF7F53FF1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8255000" y="2286000"/>
            <a:ext cx="355600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26" name="Content Placeholder 3">
            <a:extLst>
              <a:ext uri="{FF2B5EF4-FFF2-40B4-BE49-F238E27FC236}">
                <a16:creationId xmlns:a16="http://schemas.microsoft.com/office/drawing/2014/main" id="{CBA38EFA-DE92-462D-AAF3-DE465A478568}"/>
              </a:ext>
            </a:extLst>
          </p:cNvPr>
          <p:cNvSpPr>
            <a:spLocks noGrp="1"/>
          </p:cNvSpPr>
          <p:nvPr>
            <p:ph sz="half" idx="23" hasCustomPrompt="1"/>
          </p:nvPr>
        </p:nvSpPr>
        <p:spPr>
          <a:xfrm>
            <a:off x="8255000" y="3108960"/>
            <a:ext cx="3556000" cy="2761488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marL="11113" lvl="5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503030202060203" pitchFamily="34" charset="0"/>
              <a:buNone/>
              <a:tabLst/>
            </a:pPr>
            <a:r>
              <a:rPr lang="en-US"/>
              <a:t>Sixth level 12pt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93F1B026-22B9-4DC5-B7C8-C26593A206F4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255000" y="1828800"/>
            <a:ext cx="355600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rgbClr val="00B8FF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E974BDB1-DA1D-43EC-81BC-66135DB7B87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b="1" i="0">
                <a:solidFill>
                  <a:srgbClr val="00B8FF"/>
                </a:solidFill>
                <a:latin typeface="+mn-lt"/>
                <a:ea typeface="Roboto" panose="02000000000000000000" pitchFamily="2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/>
              <a:t>Place subtitle here in Palatino Linotype 20pt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7D7C41-6360-43FF-A192-982014655EFE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80997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03" userDrawn="1">
          <p15:clr>
            <a:srgbClr val="C35EA4"/>
          </p15:clr>
        </p15:guide>
        <p15:guide id="2" orient="horz" pos="932" userDrawn="1">
          <p15:clr>
            <a:srgbClr val="547EBF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 and 4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9BBD74-54FD-481F-B3FD-0CE5318F281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81000" y="2286000"/>
            <a:ext cx="2571749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72341109-26F6-4227-8890-EA8EB1C0EBBA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81000" y="1828800"/>
            <a:ext cx="2571749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rgbClr val="00B8FF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65274935-A310-47A1-ACB7-150C9A4CCBD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3333750" y="2286000"/>
            <a:ext cx="257175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6F91AD4F-1A63-495D-A741-37A4A9D585AA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3333750" y="1828800"/>
            <a:ext cx="257175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rgbClr val="00B8FF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9B33E71D-D540-47A3-B3BA-2FFF7F53FF1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6286500" y="2286000"/>
            <a:ext cx="257175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93F1B026-22B9-4DC5-B7C8-C26593A206F4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6286500" y="1828800"/>
            <a:ext cx="257175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rgbClr val="00B8FF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6973701C-90E3-449B-A44A-0C66B0945601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9239250" y="2286000"/>
            <a:ext cx="257175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D6CB018D-34A3-4417-AE76-9BB3793F0332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9239250" y="1828800"/>
            <a:ext cx="257175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rgbClr val="00B8FF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3BDC2B1A-D3A0-C04B-AEDB-0389C637EF1A}"/>
              </a:ext>
            </a:extLst>
          </p:cNvPr>
          <p:cNvSpPr>
            <a:spLocks noGrp="1"/>
          </p:cNvSpPr>
          <p:nvPr>
            <p:ph sz="half" idx="28" hasCustomPrompt="1"/>
          </p:nvPr>
        </p:nvSpPr>
        <p:spPr>
          <a:xfrm>
            <a:off x="381000" y="3108959"/>
            <a:ext cx="2571749" cy="2761615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40F6CE73-9C88-264F-A7F2-A3D2B2D1938B}"/>
              </a:ext>
            </a:extLst>
          </p:cNvPr>
          <p:cNvSpPr>
            <a:spLocks noGrp="1"/>
          </p:cNvSpPr>
          <p:nvPr>
            <p:ph sz="half" idx="29" hasCustomPrompt="1"/>
          </p:nvPr>
        </p:nvSpPr>
        <p:spPr>
          <a:xfrm>
            <a:off x="3333751" y="3108959"/>
            <a:ext cx="2571749" cy="2761615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28" name="Content Placeholder 3">
            <a:extLst>
              <a:ext uri="{FF2B5EF4-FFF2-40B4-BE49-F238E27FC236}">
                <a16:creationId xmlns:a16="http://schemas.microsoft.com/office/drawing/2014/main" id="{5F289FE6-F2A2-784D-9D31-047C10F04CDF}"/>
              </a:ext>
            </a:extLst>
          </p:cNvPr>
          <p:cNvSpPr>
            <a:spLocks noGrp="1"/>
          </p:cNvSpPr>
          <p:nvPr>
            <p:ph sz="half" idx="30" hasCustomPrompt="1"/>
          </p:nvPr>
        </p:nvSpPr>
        <p:spPr>
          <a:xfrm>
            <a:off x="6286500" y="3145138"/>
            <a:ext cx="2571749" cy="272531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29" name="Content Placeholder 3">
            <a:extLst>
              <a:ext uri="{FF2B5EF4-FFF2-40B4-BE49-F238E27FC236}">
                <a16:creationId xmlns:a16="http://schemas.microsoft.com/office/drawing/2014/main" id="{A079B5C1-1D0F-8F40-A376-4AE3B49D1B5A}"/>
              </a:ext>
            </a:extLst>
          </p:cNvPr>
          <p:cNvSpPr>
            <a:spLocks noGrp="1"/>
          </p:cNvSpPr>
          <p:nvPr>
            <p:ph sz="half" idx="31" hasCustomPrompt="1"/>
          </p:nvPr>
        </p:nvSpPr>
        <p:spPr>
          <a:xfrm>
            <a:off x="9239251" y="3108959"/>
            <a:ext cx="2571749" cy="2761615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26" name="Title 1">
            <a:extLst>
              <a:ext uri="{FF2B5EF4-FFF2-40B4-BE49-F238E27FC236}">
                <a16:creationId xmlns:a16="http://schemas.microsoft.com/office/drawing/2014/main" id="{01BF3E00-F066-4583-A5B1-87DD196667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380999"/>
            <a:ext cx="11429999" cy="793837"/>
          </a:xfrm>
        </p:spPr>
        <p:txBody>
          <a:bodyPr/>
          <a:lstStyle/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30" name="Text Placeholder 3">
            <a:extLst>
              <a:ext uri="{FF2B5EF4-FFF2-40B4-BE49-F238E27FC236}">
                <a16:creationId xmlns:a16="http://schemas.microsoft.com/office/drawing/2014/main" id="{5650FA89-A64B-4802-B6DF-D1844A84300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b="1" i="0">
                <a:solidFill>
                  <a:srgbClr val="00B8FF"/>
                </a:solidFill>
                <a:latin typeface="+mn-lt"/>
                <a:ea typeface="Roboto" panose="02000000000000000000" pitchFamily="2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/>
              <a:t>Place subtitle here in Palatino Linotype 20pt</a:t>
            </a:r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D5B1DD8-C71C-4D65-A58A-0A9A86DCED84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09759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698" userDrawn="1">
          <p15:clr>
            <a:srgbClr val="C35EA4"/>
          </p15:clr>
        </p15:guide>
        <p15:guide id="2" orient="horz" pos="932" userDrawn="1">
          <p15:clr>
            <a:srgbClr val="547EBF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hort Headline and Im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7AA6D93-92FF-400D-8AF3-C5AC33611540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6096000" y="1"/>
            <a:ext cx="6096000" cy="6857999"/>
          </a:xfrm>
          <a:solidFill>
            <a:schemeClr val="bg1">
              <a:lumMod val="95000"/>
            </a:schemeClr>
          </a:solidFill>
        </p:spPr>
        <p:txBody>
          <a:bodyPr tIns="548640" anchor="t"/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lang="en-US" sz="14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Drag picture to placeholder or click icon to add, then ‘Send to Back’</a:t>
            </a:r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1BB929FF-38D9-4792-A56F-C1810627FF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5334000" cy="2667000"/>
          </a:xfrm>
        </p:spPr>
        <p:txBody>
          <a:bodyPr anchor="b"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4796047A-AB81-403A-B649-52C6F7827EC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81000" y="3267634"/>
            <a:ext cx="5330952" cy="3044265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1800" b="1" i="0">
                <a:solidFill>
                  <a:srgbClr val="00B8FF"/>
                </a:solidFill>
                <a:latin typeface="+mn-lt"/>
                <a:ea typeface="Roboto" panose="02000000000000000000" pitchFamily="2" charset="0"/>
              </a:defRPr>
            </a:lvl1pPr>
            <a:lvl2pPr marL="228600" indent="-228600">
              <a:buFont typeface="Arial" panose="020B0604020202020204" pitchFamily="34" charset="0"/>
              <a:buChar char="•"/>
              <a:defRPr sz="1800">
                <a:latin typeface="+mn-lt"/>
              </a:defRPr>
            </a:lvl2pPr>
            <a:lvl3pPr marL="457200">
              <a:buFont typeface="Arial" panose="020B0503030202060203" pitchFamily="34" charset="0"/>
              <a:buChar char="–"/>
              <a:defRPr sz="1800">
                <a:latin typeface="+mn-lt"/>
              </a:defRPr>
            </a:lvl3pPr>
            <a:lvl4pPr marL="685800">
              <a:buFont typeface="Arial" panose="020B0604020202020204" pitchFamily="34" charset="0"/>
              <a:buChar char="•"/>
              <a:defRPr sz="1600">
                <a:latin typeface="+mn-lt"/>
              </a:defRPr>
            </a:lvl4pPr>
            <a:lvl5pPr marL="914400">
              <a:buFont typeface="Arial" panose="020B0503030202060203" pitchFamily="34" charset="0"/>
              <a:buChar char="–"/>
              <a:defRPr sz="1600">
                <a:latin typeface="+mn-lt"/>
              </a:defRPr>
            </a:lvl5pPr>
          </a:lstStyle>
          <a:p>
            <a:pPr marL="0" marR="0" lvl="0" indent="0" algn="l" defTabSz="2286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Place sub-headline here </a:t>
            </a:r>
            <a:r>
              <a:rPr lang="en-GB"/>
              <a:t>in Palatino Linotype 24pt</a:t>
            </a:r>
            <a:r>
              <a:rPr lang="en-US"/>
              <a:t>, indent for other levels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bullet 18pt</a:t>
            </a:r>
          </a:p>
          <a:p>
            <a:pPr lvl="3"/>
            <a:r>
              <a:rPr lang="en-US"/>
              <a:t>Fourth level bullet 16pt</a:t>
            </a:r>
          </a:p>
          <a:p>
            <a:pPr lvl="4"/>
            <a:r>
              <a:rPr lang="en-US"/>
              <a:t>Fifth level bullet 16pt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6A2778-1AEF-4134-970E-9AB430A5206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Graphic 6">
            <a:extLst>
              <a:ext uri="{FF2B5EF4-FFF2-40B4-BE49-F238E27FC236}">
                <a16:creationId xmlns:a16="http://schemas.microsoft.com/office/drawing/2014/main" id="{099775B5-A16F-AB9C-8E9E-C035A767990E}"/>
              </a:ext>
            </a:extLst>
          </p:cNvPr>
          <p:cNvSpPr/>
          <p:nvPr userDrawn="1"/>
        </p:nvSpPr>
        <p:spPr>
          <a:xfrm>
            <a:off x="381000" y="6375322"/>
            <a:ext cx="181969" cy="201168"/>
          </a:xfrm>
          <a:custGeom>
            <a:avLst/>
            <a:gdLst>
              <a:gd name="connsiteX0" fmla="*/ 1007031 w 1088192"/>
              <a:gd name="connsiteY0" fmla="*/ 1203008 h 1203007"/>
              <a:gd name="connsiteX1" fmla="*/ 597904 w 1088192"/>
              <a:gd name="connsiteY1" fmla="*/ 1203008 h 1203007"/>
              <a:gd name="connsiteX2" fmla="*/ 0 w 1088192"/>
              <a:gd name="connsiteY2" fmla="*/ 600647 h 1203007"/>
              <a:gd name="connsiteX3" fmla="*/ 597904 w 1088192"/>
              <a:gd name="connsiteY3" fmla="*/ 0 h 1203007"/>
              <a:gd name="connsiteX4" fmla="*/ 1007031 w 1088192"/>
              <a:gd name="connsiteY4" fmla="*/ 0 h 1203007"/>
              <a:gd name="connsiteX5" fmla="*/ 1088193 w 1088192"/>
              <a:gd name="connsiteY5" fmla="*/ 81534 h 1203007"/>
              <a:gd name="connsiteX6" fmla="*/ 1088193 w 1088192"/>
              <a:gd name="connsiteY6" fmla="*/ 219647 h 1203007"/>
              <a:gd name="connsiteX7" fmla="*/ 1007031 w 1088192"/>
              <a:gd name="connsiteY7" fmla="*/ 301181 h 1203007"/>
              <a:gd name="connsiteX8" fmla="*/ 298099 w 1088192"/>
              <a:gd name="connsiteY8" fmla="*/ 301181 h 1203007"/>
              <a:gd name="connsiteX9" fmla="*/ 245097 w 1088192"/>
              <a:gd name="connsiteY9" fmla="*/ 356045 h 1203007"/>
              <a:gd name="connsiteX10" fmla="*/ 255053 w 1088192"/>
              <a:gd name="connsiteY10" fmla="*/ 387668 h 1203007"/>
              <a:gd name="connsiteX11" fmla="*/ 632701 w 1088192"/>
              <a:gd name="connsiteY11" fmla="*/ 1066514 h 1203007"/>
              <a:gd name="connsiteX12" fmla="*/ 679066 w 1088192"/>
              <a:gd name="connsiteY12" fmla="*/ 1093184 h 1203007"/>
              <a:gd name="connsiteX13" fmla="*/ 735386 w 1088192"/>
              <a:gd name="connsiteY13" fmla="*/ 1038320 h 1203007"/>
              <a:gd name="connsiteX14" fmla="*/ 735386 w 1088192"/>
              <a:gd name="connsiteY14" fmla="*/ 628936 h 1203007"/>
              <a:gd name="connsiteX15" fmla="*/ 816547 w 1088192"/>
              <a:gd name="connsiteY15" fmla="*/ 547402 h 1203007"/>
              <a:gd name="connsiteX16" fmla="*/ 1007031 w 1088192"/>
              <a:gd name="connsiteY16" fmla="*/ 547402 h 1203007"/>
              <a:gd name="connsiteX17" fmla="*/ 1088193 w 1088192"/>
              <a:gd name="connsiteY17" fmla="*/ 628936 h 1203007"/>
              <a:gd name="connsiteX18" fmla="*/ 1088193 w 1088192"/>
              <a:gd name="connsiteY18" fmla="*/ 1119759 h 1203007"/>
              <a:gd name="connsiteX19" fmla="*/ 1007031 w 1088192"/>
              <a:gd name="connsiteY19" fmla="*/ 1203008 h 1203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088192" h="1203007">
                <a:moveTo>
                  <a:pt x="1007031" y="1203008"/>
                </a:moveTo>
                <a:lnTo>
                  <a:pt x="597904" y="1203008"/>
                </a:lnTo>
                <a:cubicBezTo>
                  <a:pt x="266620" y="1203008"/>
                  <a:pt x="0" y="933450"/>
                  <a:pt x="0" y="600647"/>
                </a:cubicBezTo>
                <a:cubicBezTo>
                  <a:pt x="0" y="269557"/>
                  <a:pt x="266715" y="0"/>
                  <a:pt x="597904" y="0"/>
                </a:cubicBezTo>
                <a:lnTo>
                  <a:pt x="1007031" y="0"/>
                </a:lnTo>
                <a:cubicBezTo>
                  <a:pt x="1051784" y="0"/>
                  <a:pt x="1088193" y="36576"/>
                  <a:pt x="1088193" y="81534"/>
                </a:cubicBezTo>
                <a:lnTo>
                  <a:pt x="1088193" y="219647"/>
                </a:lnTo>
                <a:cubicBezTo>
                  <a:pt x="1088193" y="264605"/>
                  <a:pt x="1051784" y="301181"/>
                  <a:pt x="1007031" y="301181"/>
                </a:cubicBezTo>
                <a:lnTo>
                  <a:pt x="298099" y="301181"/>
                </a:lnTo>
                <a:cubicBezTo>
                  <a:pt x="268232" y="301181"/>
                  <a:pt x="245097" y="326136"/>
                  <a:pt x="245097" y="356045"/>
                </a:cubicBezTo>
                <a:cubicBezTo>
                  <a:pt x="245097" y="367665"/>
                  <a:pt x="248416" y="379286"/>
                  <a:pt x="255053" y="387668"/>
                </a:cubicBezTo>
                <a:lnTo>
                  <a:pt x="632701" y="1066514"/>
                </a:lnTo>
                <a:cubicBezTo>
                  <a:pt x="640950" y="1083183"/>
                  <a:pt x="659249" y="1093184"/>
                  <a:pt x="679066" y="1093184"/>
                </a:cubicBezTo>
                <a:cubicBezTo>
                  <a:pt x="708932" y="1093184"/>
                  <a:pt x="735386" y="1068229"/>
                  <a:pt x="735386" y="1038320"/>
                </a:cubicBezTo>
                <a:lnTo>
                  <a:pt x="735386" y="628936"/>
                </a:lnTo>
                <a:cubicBezTo>
                  <a:pt x="735386" y="583978"/>
                  <a:pt x="771795" y="547402"/>
                  <a:pt x="816547" y="547402"/>
                </a:cubicBezTo>
                <a:lnTo>
                  <a:pt x="1007031" y="547402"/>
                </a:lnTo>
                <a:cubicBezTo>
                  <a:pt x="1051784" y="547402"/>
                  <a:pt x="1088193" y="583978"/>
                  <a:pt x="1088193" y="628936"/>
                </a:cubicBezTo>
                <a:lnTo>
                  <a:pt x="1088193" y="1119759"/>
                </a:lnTo>
                <a:cubicBezTo>
                  <a:pt x="1088193" y="1164717"/>
                  <a:pt x="1051784" y="1203008"/>
                  <a:pt x="1007031" y="1203008"/>
                </a:cubicBezTo>
                <a:close/>
              </a:path>
            </a:pathLst>
          </a:custGeom>
          <a:solidFill>
            <a:srgbClr val="969696"/>
          </a:solidFill>
          <a:ln w="946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18171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8">
            <a:extLst>
              <a:ext uri="{FF2B5EF4-FFF2-40B4-BE49-F238E27FC236}">
                <a16:creationId xmlns:a16="http://schemas.microsoft.com/office/drawing/2014/main" id="{3996D868-07E7-4C6F-B00B-4026C634BAE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6858001" y="744434"/>
            <a:ext cx="4190998" cy="4976446"/>
          </a:xfrm>
          <a:solidFill>
            <a:schemeClr val="bg1">
              <a:lumMod val="95000"/>
            </a:schemeClr>
          </a:solidFill>
          <a:effectLst/>
        </p:spPr>
        <p:txBody>
          <a:bodyPr tIns="274320" bIns="274320" anchor="t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3000" y="1593669"/>
            <a:ext cx="4952999" cy="3277976"/>
          </a:xfrm>
        </p:spPr>
        <p:txBody>
          <a:bodyPr anchor="ctr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Place quote or key message here 54pt</a:t>
            </a:r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2D868995-C37B-451B-AE1C-89DE71F213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 defTabSz="228600">
              <a:spcAft>
                <a:spcPts val="1200"/>
              </a:spcAft>
              <a:defRPr/>
            </a:pPr>
            <a:r>
              <a:rPr lang="en-GB"/>
              <a:t>Copyright © 2022 Accenture. All rights reserved.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A06E6C-6576-4BA5-948F-BD9FE24FA052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31159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ey Message Gradient Dark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4D9B0E-55A4-43D3-A4B6-225FAA7538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67840" y="2015925"/>
            <a:ext cx="8656320" cy="2826150"/>
          </a:xfrm>
        </p:spPr>
        <p:txBody>
          <a:bodyPr anchor="ctr"/>
          <a:lstStyle>
            <a:lvl1pPr algn="ctr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Place key message here 54pt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31A683-09B8-4B7C-917B-D192D06BBAE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Graphic 6">
            <a:extLst>
              <a:ext uri="{FF2B5EF4-FFF2-40B4-BE49-F238E27FC236}">
                <a16:creationId xmlns:a16="http://schemas.microsoft.com/office/drawing/2014/main" id="{81D6D231-F8C7-1096-863D-0DD2D0217C15}"/>
              </a:ext>
            </a:extLst>
          </p:cNvPr>
          <p:cNvSpPr/>
          <p:nvPr userDrawn="1"/>
        </p:nvSpPr>
        <p:spPr>
          <a:xfrm>
            <a:off x="381000" y="6375322"/>
            <a:ext cx="181969" cy="201168"/>
          </a:xfrm>
          <a:custGeom>
            <a:avLst/>
            <a:gdLst>
              <a:gd name="connsiteX0" fmla="*/ 1007031 w 1088192"/>
              <a:gd name="connsiteY0" fmla="*/ 1203008 h 1203007"/>
              <a:gd name="connsiteX1" fmla="*/ 597904 w 1088192"/>
              <a:gd name="connsiteY1" fmla="*/ 1203008 h 1203007"/>
              <a:gd name="connsiteX2" fmla="*/ 0 w 1088192"/>
              <a:gd name="connsiteY2" fmla="*/ 600647 h 1203007"/>
              <a:gd name="connsiteX3" fmla="*/ 597904 w 1088192"/>
              <a:gd name="connsiteY3" fmla="*/ 0 h 1203007"/>
              <a:gd name="connsiteX4" fmla="*/ 1007031 w 1088192"/>
              <a:gd name="connsiteY4" fmla="*/ 0 h 1203007"/>
              <a:gd name="connsiteX5" fmla="*/ 1088193 w 1088192"/>
              <a:gd name="connsiteY5" fmla="*/ 81534 h 1203007"/>
              <a:gd name="connsiteX6" fmla="*/ 1088193 w 1088192"/>
              <a:gd name="connsiteY6" fmla="*/ 219647 h 1203007"/>
              <a:gd name="connsiteX7" fmla="*/ 1007031 w 1088192"/>
              <a:gd name="connsiteY7" fmla="*/ 301181 h 1203007"/>
              <a:gd name="connsiteX8" fmla="*/ 298099 w 1088192"/>
              <a:gd name="connsiteY8" fmla="*/ 301181 h 1203007"/>
              <a:gd name="connsiteX9" fmla="*/ 245097 w 1088192"/>
              <a:gd name="connsiteY9" fmla="*/ 356045 h 1203007"/>
              <a:gd name="connsiteX10" fmla="*/ 255053 w 1088192"/>
              <a:gd name="connsiteY10" fmla="*/ 387668 h 1203007"/>
              <a:gd name="connsiteX11" fmla="*/ 632701 w 1088192"/>
              <a:gd name="connsiteY11" fmla="*/ 1066514 h 1203007"/>
              <a:gd name="connsiteX12" fmla="*/ 679066 w 1088192"/>
              <a:gd name="connsiteY12" fmla="*/ 1093184 h 1203007"/>
              <a:gd name="connsiteX13" fmla="*/ 735386 w 1088192"/>
              <a:gd name="connsiteY13" fmla="*/ 1038320 h 1203007"/>
              <a:gd name="connsiteX14" fmla="*/ 735386 w 1088192"/>
              <a:gd name="connsiteY14" fmla="*/ 628936 h 1203007"/>
              <a:gd name="connsiteX15" fmla="*/ 816547 w 1088192"/>
              <a:gd name="connsiteY15" fmla="*/ 547402 h 1203007"/>
              <a:gd name="connsiteX16" fmla="*/ 1007031 w 1088192"/>
              <a:gd name="connsiteY16" fmla="*/ 547402 h 1203007"/>
              <a:gd name="connsiteX17" fmla="*/ 1088193 w 1088192"/>
              <a:gd name="connsiteY17" fmla="*/ 628936 h 1203007"/>
              <a:gd name="connsiteX18" fmla="*/ 1088193 w 1088192"/>
              <a:gd name="connsiteY18" fmla="*/ 1119759 h 1203007"/>
              <a:gd name="connsiteX19" fmla="*/ 1007031 w 1088192"/>
              <a:gd name="connsiteY19" fmla="*/ 1203008 h 1203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088192" h="1203007">
                <a:moveTo>
                  <a:pt x="1007031" y="1203008"/>
                </a:moveTo>
                <a:lnTo>
                  <a:pt x="597904" y="1203008"/>
                </a:lnTo>
                <a:cubicBezTo>
                  <a:pt x="266620" y="1203008"/>
                  <a:pt x="0" y="933450"/>
                  <a:pt x="0" y="600647"/>
                </a:cubicBezTo>
                <a:cubicBezTo>
                  <a:pt x="0" y="269557"/>
                  <a:pt x="266715" y="0"/>
                  <a:pt x="597904" y="0"/>
                </a:cubicBezTo>
                <a:lnTo>
                  <a:pt x="1007031" y="0"/>
                </a:lnTo>
                <a:cubicBezTo>
                  <a:pt x="1051784" y="0"/>
                  <a:pt x="1088193" y="36576"/>
                  <a:pt x="1088193" y="81534"/>
                </a:cubicBezTo>
                <a:lnTo>
                  <a:pt x="1088193" y="219647"/>
                </a:lnTo>
                <a:cubicBezTo>
                  <a:pt x="1088193" y="264605"/>
                  <a:pt x="1051784" y="301181"/>
                  <a:pt x="1007031" y="301181"/>
                </a:cubicBezTo>
                <a:lnTo>
                  <a:pt x="298099" y="301181"/>
                </a:lnTo>
                <a:cubicBezTo>
                  <a:pt x="268232" y="301181"/>
                  <a:pt x="245097" y="326136"/>
                  <a:pt x="245097" y="356045"/>
                </a:cubicBezTo>
                <a:cubicBezTo>
                  <a:pt x="245097" y="367665"/>
                  <a:pt x="248416" y="379286"/>
                  <a:pt x="255053" y="387668"/>
                </a:cubicBezTo>
                <a:lnTo>
                  <a:pt x="632701" y="1066514"/>
                </a:lnTo>
                <a:cubicBezTo>
                  <a:pt x="640950" y="1083183"/>
                  <a:pt x="659249" y="1093184"/>
                  <a:pt x="679066" y="1093184"/>
                </a:cubicBezTo>
                <a:cubicBezTo>
                  <a:pt x="708932" y="1093184"/>
                  <a:pt x="735386" y="1068229"/>
                  <a:pt x="735386" y="1038320"/>
                </a:cubicBezTo>
                <a:lnTo>
                  <a:pt x="735386" y="628936"/>
                </a:lnTo>
                <a:cubicBezTo>
                  <a:pt x="735386" y="583978"/>
                  <a:pt x="771795" y="547402"/>
                  <a:pt x="816547" y="547402"/>
                </a:cubicBezTo>
                <a:lnTo>
                  <a:pt x="1007031" y="547402"/>
                </a:lnTo>
                <a:cubicBezTo>
                  <a:pt x="1051784" y="547402"/>
                  <a:pt x="1088193" y="583978"/>
                  <a:pt x="1088193" y="628936"/>
                </a:cubicBezTo>
                <a:lnTo>
                  <a:pt x="1088193" y="1119759"/>
                </a:lnTo>
                <a:cubicBezTo>
                  <a:pt x="1088193" y="1164717"/>
                  <a:pt x="1051784" y="1203008"/>
                  <a:pt x="1007031" y="1203008"/>
                </a:cubicBezTo>
                <a:close/>
              </a:path>
            </a:pathLst>
          </a:custGeom>
          <a:solidFill>
            <a:srgbClr val="969696"/>
          </a:solidFill>
          <a:ln w="946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336508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38546ADE-103C-4652-A344-9C0C8C49EC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8001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20A237C-DB73-401B-BD5B-B8B91332335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24501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-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8001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385C65-6BFC-4F61-A214-71B69537BB4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b="1" i="0">
                <a:solidFill>
                  <a:srgbClr val="00B8FF"/>
                </a:solidFill>
                <a:latin typeface="+mn-lt"/>
                <a:ea typeface="Roboto" panose="02000000000000000000" pitchFamily="2" charset="0"/>
              </a:defRPr>
            </a:lvl1pPr>
          </a:lstStyle>
          <a:p>
            <a:pPr lvl="0"/>
            <a:r>
              <a:rPr lang="en-GB"/>
              <a:t>Place subtitle here in Palatino Linotype 20pt</a:t>
            </a:r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F7CFBA7-F1B1-4FF3-932C-7525FBDA5B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6915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32" userDrawn="1">
          <p15:clr>
            <a:srgbClr val="547EBF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F030600-A2B3-4AAD-808D-56DA9B77330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554261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Black1">
    <p:bg>
      <p:bgPr>
        <a:gradFill>
          <a:gsLst>
            <a:gs pos="0">
              <a:srgbClr val="00B8FF"/>
            </a:gs>
            <a:gs pos="100000">
              <a:srgbClr val="00EB81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Date Placeholder 10">
            <a:extLst>
              <a:ext uri="{FF2B5EF4-FFF2-40B4-BE49-F238E27FC236}">
                <a16:creationId xmlns:a16="http://schemas.microsoft.com/office/drawing/2014/main" id="{47AA0BD1-514A-4E33-A0FD-DF2342E79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305586" y="5517786"/>
            <a:ext cx="3102015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0" i="0" kern="1200" smtClean="0">
                <a:solidFill>
                  <a:schemeClr val="bg1"/>
                </a:solidFill>
                <a:latin typeface="+mn-lt"/>
                <a:ea typeface="Roboto Light" panose="02000000000000000000" pitchFamily="2" charset="0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05586" y="5763063"/>
            <a:ext cx="3102015" cy="784378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i="0" kern="1200" dirty="0" smtClean="0">
                <a:solidFill>
                  <a:schemeClr val="bg1"/>
                </a:solidFill>
                <a:latin typeface="+mn-lt"/>
                <a:ea typeface="Roboto Light" panose="02000000000000000000" pitchFamily="2" charset="0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F0772B66-01D8-4BE7-AE8E-C64CA1CF266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305587" y="1664695"/>
            <a:ext cx="5843953" cy="2255710"/>
          </a:xfrm>
        </p:spPr>
        <p:txBody>
          <a:bodyPr anchor="t" anchorCtr="0"/>
          <a:lstStyle>
            <a:lvl1pPr algn="l">
              <a:lnSpc>
                <a:spcPts val="5800"/>
              </a:lnSpc>
              <a:defRPr sz="6000" b="0">
                <a:solidFill>
                  <a:schemeClr val="bg1"/>
                </a:solidFill>
              </a:defRPr>
            </a:lvl1pPr>
          </a:lstStyle>
          <a:p>
            <a:r>
              <a:rPr lang="en-US"/>
              <a:t>Place presentation title here 60pt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BC9F1450-A172-44DF-9DE8-E6487649728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05587" y="4106731"/>
            <a:ext cx="4005019" cy="1092846"/>
          </a:xfrm>
        </p:spPr>
        <p:txBody>
          <a:bodyPr vert="horz" lIns="0" tIns="0" rIns="0" bIns="0" rtlCol="0">
            <a:noAutofit/>
          </a:bodyPr>
          <a:lstStyle>
            <a:lvl1pPr marL="0" indent="0" algn="l">
              <a:lnSpc>
                <a:spcPts val="2800"/>
              </a:lnSpc>
              <a:buNone/>
              <a:defRPr lang="en-US" sz="2400" b="0" i="0" kern="1200" spc="0" dirty="0">
                <a:solidFill>
                  <a:schemeClr val="bg1"/>
                </a:solidFill>
                <a:latin typeface="+mn-lt"/>
                <a:ea typeface="Roboto Medium" panose="02000000000000000000" pitchFamily="2" charset="0"/>
                <a:cs typeface="+mn-cs"/>
              </a:defRPr>
            </a:lvl1pPr>
            <a:lvl2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Palatino Linotype" panose="00000500000000000000" pitchFamily="50" charset="0"/>
              </a:defRPr>
            </a:lvl2pPr>
            <a:lvl3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Palatino Linotype" panose="00000500000000000000" pitchFamily="50" charset="0"/>
              </a:defRPr>
            </a:lvl3pPr>
            <a:lvl4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Palatino Linotype" panose="00000500000000000000" pitchFamily="50" charset="0"/>
              </a:defRPr>
            </a:lvl4pPr>
            <a:lvl5pPr marL="0" algn="ctr">
              <a:lnSpc>
                <a:spcPct val="90000"/>
              </a:lnSpc>
              <a:spcAft>
                <a:spcPts val="600"/>
              </a:spcAft>
              <a:defRPr lang="en-US" sz="2400" dirty="0">
                <a:solidFill>
                  <a:srgbClr val="E6DCFF"/>
                </a:solidFill>
                <a:latin typeface="Palatino Linotype" panose="00000500000000000000" pitchFamily="50" charset="0"/>
              </a:defRPr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/>
              <a:t>Place subtitle here in Roboto Medium 24pt</a:t>
            </a:r>
            <a:endParaRPr lang="en-US"/>
          </a:p>
        </p:txBody>
      </p:sp>
      <p:sp>
        <p:nvSpPr>
          <p:cNvPr id="2" name="Graphic 6">
            <a:extLst>
              <a:ext uri="{FF2B5EF4-FFF2-40B4-BE49-F238E27FC236}">
                <a16:creationId xmlns:a16="http://schemas.microsoft.com/office/drawing/2014/main" id="{EA65FBE5-947D-AAD6-CACB-DD752CC67653}"/>
              </a:ext>
            </a:extLst>
          </p:cNvPr>
          <p:cNvSpPr/>
          <p:nvPr/>
        </p:nvSpPr>
        <p:spPr>
          <a:xfrm>
            <a:off x="-410705" y="1664695"/>
            <a:ext cx="4813286" cy="5321120"/>
          </a:xfrm>
          <a:custGeom>
            <a:avLst/>
            <a:gdLst>
              <a:gd name="connsiteX0" fmla="*/ 1007031 w 1088192"/>
              <a:gd name="connsiteY0" fmla="*/ 1203008 h 1203007"/>
              <a:gd name="connsiteX1" fmla="*/ 597904 w 1088192"/>
              <a:gd name="connsiteY1" fmla="*/ 1203008 h 1203007"/>
              <a:gd name="connsiteX2" fmla="*/ 0 w 1088192"/>
              <a:gd name="connsiteY2" fmla="*/ 600647 h 1203007"/>
              <a:gd name="connsiteX3" fmla="*/ 597904 w 1088192"/>
              <a:gd name="connsiteY3" fmla="*/ 0 h 1203007"/>
              <a:gd name="connsiteX4" fmla="*/ 1007031 w 1088192"/>
              <a:gd name="connsiteY4" fmla="*/ 0 h 1203007"/>
              <a:gd name="connsiteX5" fmla="*/ 1088193 w 1088192"/>
              <a:gd name="connsiteY5" fmla="*/ 81534 h 1203007"/>
              <a:gd name="connsiteX6" fmla="*/ 1088193 w 1088192"/>
              <a:gd name="connsiteY6" fmla="*/ 219647 h 1203007"/>
              <a:gd name="connsiteX7" fmla="*/ 1007031 w 1088192"/>
              <a:gd name="connsiteY7" fmla="*/ 301181 h 1203007"/>
              <a:gd name="connsiteX8" fmla="*/ 298099 w 1088192"/>
              <a:gd name="connsiteY8" fmla="*/ 301181 h 1203007"/>
              <a:gd name="connsiteX9" fmla="*/ 245097 w 1088192"/>
              <a:gd name="connsiteY9" fmla="*/ 356045 h 1203007"/>
              <a:gd name="connsiteX10" fmla="*/ 255053 w 1088192"/>
              <a:gd name="connsiteY10" fmla="*/ 387668 h 1203007"/>
              <a:gd name="connsiteX11" fmla="*/ 632701 w 1088192"/>
              <a:gd name="connsiteY11" fmla="*/ 1066514 h 1203007"/>
              <a:gd name="connsiteX12" fmla="*/ 679066 w 1088192"/>
              <a:gd name="connsiteY12" fmla="*/ 1093184 h 1203007"/>
              <a:gd name="connsiteX13" fmla="*/ 735386 w 1088192"/>
              <a:gd name="connsiteY13" fmla="*/ 1038320 h 1203007"/>
              <a:gd name="connsiteX14" fmla="*/ 735386 w 1088192"/>
              <a:gd name="connsiteY14" fmla="*/ 628936 h 1203007"/>
              <a:gd name="connsiteX15" fmla="*/ 816547 w 1088192"/>
              <a:gd name="connsiteY15" fmla="*/ 547402 h 1203007"/>
              <a:gd name="connsiteX16" fmla="*/ 1007031 w 1088192"/>
              <a:gd name="connsiteY16" fmla="*/ 547402 h 1203007"/>
              <a:gd name="connsiteX17" fmla="*/ 1088193 w 1088192"/>
              <a:gd name="connsiteY17" fmla="*/ 628936 h 1203007"/>
              <a:gd name="connsiteX18" fmla="*/ 1088193 w 1088192"/>
              <a:gd name="connsiteY18" fmla="*/ 1119759 h 1203007"/>
              <a:gd name="connsiteX19" fmla="*/ 1007031 w 1088192"/>
              <a:gd name="connsiteY19" fmla="*/ 1203008 h 1203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088192" h="1203007">
                <a:moveTo>
                  <a:pt x="1007031" y="1203008"/>
                </a:moveTo>
                <a:lnTo>
                  <a:pt x="597904" y="1203008"/>
                </a:lnTo>
                <a:cubicBezTo>
                  <a:pt x="266620" y="1203008"/>
                  <a:pt x="0" y="933450"/>
                  <a:pt x="0" y="600647"/>
                </a:cubicBezTo>
                <a:cubicBezTo>
                  <a:pt x="0" y="269557"/>
                  <a:pt x="266715" y="0"/>
                  <a:pt x="597904" y="0"/>
                </a:cubicBezTo>
                <a:lnTo>
                  <a:pt x="1007031" y="0"/>
                </a:lnTo>
                <a:cubicBezTo>
                  <a:pt x="1051784" y="0"/>
                  <a:pt x="1088193" y="36576"/>
                  <a:pt x="1088193" y="81534"/>
                </a:cubicBezTo>
                <a:lnTo>
                  <a:pt x="1088193" y="219647"/>
                </a:lnTo>
                <a:cubicBezTo>
                  <a:pt x="1088193" y="264605"/>
                  <a:pt x="1051784" y="301181"/>
                  <a:pt x="1007031" y="301181"/>
                </a:cubicBezTo>
                <a:lnTo>
                  <a:pt x="298099" y="301181"/>
                </a:lnTo>
                <a:cubicBezTo>
                  <a:pt x="268232" y="301181"/>
                  <a:pt x="245097" y="326136"/>
                  <a:pt x="245097" y="356045"/>
                </a:cubicBezTo>
                <a:cubicBezTo>
                  <a:pt x="245097" y="367665"/>
                  <a:pt x="248416" y="379286"/>
                  <a:pt x="255053" y="387668"/>
                </a:cubicBezTo>
                <a:lnTo>
                  <a:pt x="632701" y="1066514"/>
                </a:lnTo>
                <a:cubicBezTo>
                  <a:pt x="640950" y="1083183"/>
                  <a:pt x="659249" y="1093184"/>
                  <a:pt x="679066" y="1093184"/>
                </a:cubicBezTo>
                <a:cubicBezTo>
                  <a:pt x="708932" y="1093184"/>
                  <a:pt x="735386" y="1068229"/>
                  <a:pt x="735386" y="1038320"/>
                </a:cubicBezTo>
                <a:lnTo>
                  <a:pt x="735386" y="628936"/>
                </a:lnTo>
                <a:cubicBezTo>
                  <a:pt x="735386" y="583978"/>
                  <a:pt x="771795" y="547402"/>
                  <a:pt x="816547" y="547402"/>
                </a:cubicBezTo>
                <a:lnTo>
                  <a:pt x="1007031" y="547402"/>
                </a:lnTo>
                <a:cubicBezTo>
                  <a:pt x="1051784" y="547402"/>
                  <a:pt x="1088193" y="583978"/>
                  <a:pt x="1088193" y="628936"/>
                </a:cubicBezTo>
                <a:lnTo>
                  <a:pt x="1088193" y="1119759"/>
                </a:lnTo>
                <a:cubicBezTo>
                  <a:pt x="1088193" y="1164717"/>
                  <a:pt x="1051784" y="1203008"/>
                  <a:pt x="1007031" y="1203008"/>
                </a:cubicBezTo>
                <a:close/>
              </a:path>
            </a:pathLst>
          </a:custGeom>
          <a:solidFill>
            <a:schemeClr val="tx1">
              <a:alpha val="20000"/>
            </a:schemeClr>
          </a:solidFill>
          <a:ln w="946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" name="Graphic 6">
            <a:extLst>
              <a:ext uri="{FF2B5EF4-FFF2-40B4-BE49-F238E27FC236}">
                <a16:creationId xmlns:a16="http://schemas.microsoft.com/office/drawing/2014/main" id="{8166F4AF-7C8D-EDE2-FBE8-A86A1340CFBA}"/>
              </a:ext>
            </a:extLst>
          </p:cNvPr>
          <p:cNvSpPr/>
          <p:nvPr userDrawn="1"/>
        </p:nvSpPr>
        <p:spPr>
          <a:xfrm>
            <a:off x="-410705" y="1664695"/>
            <a:ext cx="4813286" cy="5321120"/>
          </a:xfrm>
          <a:custGeom>
            <a:avLst/>
            <a:gdLst>
              <a:gd name="connsiteX0" fmla="*/ 1007031 w 1088192"/>
              <a:gd name="connsiteY0" fmla="*/ 1203008 h 1203007"/>
              <a:gd name="connsiteX1" fmla="*/ 597904 w 1088192"/>
              <a:gd name="connsiteY1" fmla="*/ 1203008 h 1203007"/>
              <a:gd name="connsiteX2" fmla="*/ 0 w 1088192"/>
              <a:gd name="connsiteY2" fmla="*/ 600647 h 1203007"/>
              <a:gd name="connsiteX3" fmla="*/ 597904 w 1088192"/>
              <a:gd name="connsiteY3" fmla="*/ 0 h 1203007"/>
              <a:gd name="connsiteX4" fmla="*/ 1007031 w 1088192"/>
              <a:gd name="connsiteY4" fmla="*/ 0 h 1203007"/>
              <a:gd name="connsiteX5" fmla="*/ 1088193 w 1088192"/>
              <a:gd name="connsiteY5" fmla="*/ 81534 h 1203007"/>
              <a:gd name="connsiteX6" fmla="*/ 1088193 w 1088192"/>
              <a:gd name="connsiteY6" fmla="*/ 219647 h 1203007"/>
              <a:gd name="connsiteX7" fmla="*/ 1007031 w 1088192"/>
              <a:gd name="connsiteY7" fmla="*/ 301181 h 1203007"/>
              <a:gd name="connsiteX8" fmla="*/ 298099 w 1088192"/>
              <a:gd name="connsiteY8" fmla="*/ 301181 h 1203007"/>
              <a:gd name="connsiteX9" fmla="*/ 245097 w 1088192"/>
              <a:gd name="connsiteY9" fmla="*/ 356045 h 1203007"/>
              <a:gd name="connsiteX10" fmla="*/ 255053 w 1088192"/>
              <a:gd name="connsiteY10" fmla="*/ 387668 h 1203007"/>
              <a:gd name="connsiteX11" fmla="*/ 632701 w 1088192"/>
              <a:gd name="connsiteY11" fmla="*/ 1066514 h 1203007"/>
              <a:gd name="connsiteX12" fmla="*/ 679066 w 1088192"/>
              <a:gd name="connsiteY12" fmla="*/ 1093184 h 1203007"/>
              <a:gd name="connsiteX13" fmla="*/ 735386 w 1088192"/>
              <a:gd name="connsiteY13" fmla="*/ 1038320 h 1203007"/>
              <a:gd name="connsiteX14" fmla="*/ 735386 w 1088192"/>
              <a:gd name="connsiteY14" fmla="*/ 628936 h 1203007"/>
              <a:gd name="connsiteX15" fmla="*/ 816547 w 1088192"/>
              <a:gd name="connsiteY15" fmla="*/ 547402 h 1203007"/>
              <a:gd name="connsiteX16" fmla="*/ 1007031 w 1088192"/>
              <a:gd name="connsiteY16" fmla="*/ 547402 h 1203007"/>
              <a:gd name="connsiteX17" fmla="*/ 1088193 w 1088192"/>
              <a:gd name="connsiteY17" fmla="*/ 628936 h 1203007"/>
              <a:gd name="connsiteX18" fmla="*/ 1088193 w 1088192"/>
              <a:gd name="connsiteY18" fmla="*/ 1119759 h 1203007"/>
              <a:gd name="connsiteX19" fmla="*/ 1007031 w 1088192"/>
              <a:gd name="connsiteY19" fmla="*/ 1203008 h 1203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088192" h="1203007">
                <a:moveTo>
                  <a:pt x="1007031" y="1203008"/>
                </a:moveTo>
                <a:lnTo>
                  <a:pt x="597904" y="1203008"/>
                </a:lnTo>
                <a:cubicBezTo>
                  <a:pt x="266620" y="1203008"/>
                  <a:pt x="0" y="933450"/>
                  <a:pt x="0" y="600647"/>
                </a:cubicBezTo>
                <a:cubicBezTo>
                  <a:pt x="0" y="269557"/>
                  <a:pt x="266715" y="0"/>
                  <a:pt x="597904" y="0"/>
                </a:cubicBezTo>
                <a:lnTo>
                  <a:pt x="1007031" y="0"/>
                </a:lnTo>
                <a:cubicBezTo>
                  <a:pt x="1051784" y="0"/>
                  <a:pt x="1088193" y="36576"/>
                  <a:pt x="1088193" y="81534"/>
                </a:cubicBezTo>
                <a:lnTo>
                  <a:pt x="1088193" y="219647"/>
                </a:lnTo>
                <a:cubicBezTo>
                  <a:pt x="1088193" y="264605"/>
                  <a:pt x="1051784" y="301181"/>
                  <a:pt x="1007031" y="301181"/>
                </a:cubicBezTo>
                <a:lnTo>
                  <a:pt x="298099" y="301181"/>
                </a:lnTo>
                <a:cubicBezTo>
                  <a:pt x="268232" y="301181"/>
                  <a:pt x="245097" y="326136"/>
                  <a:pt x="245097" y="356045"/>
                </a:cubicBezTo>
                <a:cubicBezTo>
                  <a:pt x="245097" y="367665"/>
                  <a:pt x="248416" y="379286"/>
                  <a:pt x="255053" y="387668"/>
                </a:cubicBezTo>
                <a:lnTo>
                  <a:pt x="632701" y="1066514"/>
                </a:lnTo>
                <a:cubicBezTo>
                  <a:pt x="640950" y="1083183"/>
                  <a:pt x="659249" y="1093184"/>
                  <a:pt x="679066" y="1093184"/>
                </a:cubicBezTo>
                <a:cubicBezTo>
                  <a:pt x="708932" y="1093184"/>
                  <a:pt x="735386" y="1068229"/>
                  <a:pt x="735386" y="1038320"/>
                </a:cubicBezTo>
                <a:lnTo>
                  <a:pt x="735386" y="628936"/>
                </a:lnTo>
                <a:cubicBezTo>
                  <a:pt x="735386" y="583978"/>
                  <a:pt x="771795" y="547402"/>
                  <a:pt x="816547" y="547402"/>
                </a:cubicBezTo>
                <a:lnTo>
                  <a:pt x="1007031" y="547402"/>
                </a:lnTo>
                <a:cubicBezTo>
                  <a:pt x="1051784" y="547402"/>
                  <a:pt x="1088193" y="583978"/>
                  <a:pt x="1088193" y="628936"/>
                </a:cubicBezTo>
                <a:lnTo>
                  <a:pt x="1088193" y="1119759"/>
                </a:lnTo>
                <a:cubicBezTo>
                  <a:pt x="1088193" y="1164717"/>
                  <a:pt x="1051784" y="1203008"/>
                  <a:pt x="1007031" y="1203008"/>
                </a:cubicBezTo>
                <a:close/>
              </a:path>
            </a:pathLst>
          </a:custGeom>
          <a:solidFill>
            <a:schemeClr val="tx1">
              <a:alpha val="20000"/>
            </a:schemeClr>
          </a:solidFill>
          <a:ln w="946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681224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Title: Black1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Date Placeholder 10">
            <a:extLst>
              <a:ext uri="{FF2B5EF4-FFF2-40B4-BE49-F238E27FC236}">
                <a16:creationId xmlns:a16="http://schemas.microsoft.com/office/drawing/2014/main" id="{47AA0BD1-514A-4E33-A0FD-DF2342E79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791361" y="5517786"/>
            <a:ext cx="3102015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0" i="0" kern="1200" smtClean="0">
                <a:solidFill>
                  <a:schemeClr val="tx1"/>
                </a:solidFill>
                <a:latin typeface="+mn-lt"/>
                <a:ea typeface="Roboto Light" panose="02000000000000000000" pitchFamily="2" charset="0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791361" y="5763063"/>
            <a:ext cx="3102015" cy="784378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i="0" kern="1200" dirty="0" smtClean="0">
                <a:solidFill>
                  <a:schemeClr val="tx1"/>
                </a:solidFill>
                <a:latin typeface="+mn-lt"/>
                <a:ea typeface="Roboto Light" panose="02000000000000000000" pitchFamily="2" charset="0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F0772B66-01D8-4BE7-AE8E-C64CA1CF266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791362" y="1664695"/>
            <a:ext cx="5843953" cy="2255710"/>
          </a:xfrm>
        </p:spPr>
        <p:txBody>
          <a:bodyPr anchor="t" anchorCtr="0"/>
          <a:lstStyle>
            <a:lvl1pPr algn="l">
              <a:lnSpc>
                <a:spcPts val="5800"/>
              </a:lnSpc>
              <a:defRPr sz="6000" b="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60pt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BC9F1450-A172-44DF-9DE8-E6487649728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791362" y="4106731"/>
            <a:ext cx="4005019" cy="1092846"/>
          </a:xfrm>
        </p:spPr>
        <p:txBody>
          <a:bodyPr vert="horz" lIns="0" tIns="0" rIns="0" bIns="0" rtlCol="0">
            <a:noAutofit/>
          </a:bodyPr>
          <a:lstStyle>
            <a:lvl1pPr marL="0" indent="0" algn="l">
              <a:lnSpc>
                <a:spcPts val="2800"/>
              </a:lnSpc>
              <a:buNone/>
              <a:defRPr lang="en-US" sz="2400" b="0" i="0" kern="1200" spc="0" dirty="0">
                <a:solidFill>
                  <a:schemeClr val="tx1"/>
                </a:solidFill>
                <a:latin typeface="+mn-lt"/>
                <a:ea typeface="Roboto Medium" panose="02000000000000000000" pitchFamily="2" charset="0"/>
                <a:cs typeface="+mn-cs"/>
              </a:defRPr>
            </a:lvl1pPr>
            <a:lvl2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Palatino Linotype" panose="00000500000000000000" pitchFamily="50" charset="0"/>
              </a:defRPr>
            </a:lvl2pPr>
            <a:lvl3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Palatino Linotype" panose="00000500000000000000" pitchFamily="50" charset="0"/>
              </a:defRPr>
            </a:lvl3pPr>
            <a:lvl4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Palatino Linotype" panose="00000500000000000000" pitchFamily="50" charset="0"/>
              </a:defRPr>
            </a:lvl4pPr>
            <a:lvl5pPr marL="0" algn="ctr">
              <a:lnSpc>
                <a:spcPct val="90000"/>
              </a:lnSpc>
              <a:spcAft>
                <a:spcPts val="600"/>
              </a:spcAft>
              <a:defRPr lang="en-US" sz="2400" dirty="0">
                <a:solidFill>
                  <a:srgbClr val="E6DCFF"/>
                </a:solidFill>
                <a:latin typeface="Palatino Linotype" panose="00000500000000000000" pitchFamily="50" charset="0"/>
              </a:defRPr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/>
              <a:t>Place subtitle here in Roboto Medium 24pt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1941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Title: Black1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Date Placeholder 10">
            <a:extLst>
              <a:ext uri="{FF2B5EF4-FFF2-40B4-BE49-F238E27FC236}">
                <a16:creationId xmlns:a16="http://schemas.microsoft.com/office/drawing/2014/main" id="{47AA0BD1-514A-4E33-A0FD-DF2342E79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76449" y="5517786"/>
            <a:ext cx="3102015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0" i="0" kern="1200" smtClean="0">
                <a:solidFill>
                  <a:schemeClr val="tx1"/>
                </a:solidFill>
                <a:latin typeface="+mn-lt"/>
                <a:ea typeface="Roboto Light" panose="02000000000000000000" pitchFamily="2" charset="0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76449" y="5763063"/>
            <a:ext cx="3102015" cy="784378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i="0" kern="1200" dirty="0" smtClean="0">
                <a:solidFill>
                  <a:schemeClr val="tx1"/>
                </a:solidFill>
                <a:latin typeface="+mn-lt"/>
                <a:ea typeface="Roboto Light" panose="02000000000000000000" pitchFamily="2" charset="0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F0772B66-01D8-4BE7-AE8E-C64CA1CF266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76450" y="1664695"/>
            <a:ext cx="5843953" cy="2255710"/>
          </a:xfrm>
        </p:spPr>
        <p:txBody>
          <a:bodyPr anchor="t" anchorCtr="0"/>
          <a:lstStyle>
            <a:lvl1pPr algn="l">
              <a:lnSpc>
                <a:spcPts val="5800"/>
              </a:lnSpc>
              <a:defRPr sz="6000" b="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60pt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BC9F1450-A172-44DF-9DE8-E6487649728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76450" y="4106731"/>
            <a:ext cx="4005019" cy="1092846"/>
          </a:xfrm>
        </p:spPr>
        <p:txBody>
          <a:bodyPr vert="horz" lIns="0" tIns="0" rIns="0" bIns="0" rtlCol="0">
            <a:noAutofit/>
          </a:bodyPr>
          <a:lstStyle>
            <a:lvl1pPr marL="0" indent="0" algn="l">
              <a:lnSpc>
                <a:spcPts val="2800"/>
              </a:lnSpc>
              <a:buNone/>
              <a:defRPr lang="en-US" sz="2400" b="0" i="0" kern="1200" spc="0" dirty="0">
                <a:solidFill>
                  <a:srgbClr val="00EB81"/>
                </a:solidFill>
                <a:latin typeface="+mn-lt"/>
                <a:ea typeface="Roboto Medium" panose="02000000000000000000" pitchFamily="2" charset="0"/>
                <a:cs typeface="+mn-cs"/>
              </a:defRPr>
            </a:lvl1pPr>
            <a:lvl2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Palatino Linotype" panose="00000500000000000000" pitchFamily="50" charset="0"/>
              </a:defRPr>
            </a:lvl2pPr>
            <a:lvl3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Palatino Linotype" panose="00000500000000000000" pitchFamily="50" charset="0"/>
              </a:defRPr>
            </a:lvl3pPr>
            <a:lvl4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Palatino Linotype" panose="00000500000000000000" pitchFamily="50" charset="0"/>
              </a:defRPr>
            </a:lvl4pPr>
            <a:lvl5pPr marL="0" algn="ctr">
              <a:lnSpc>
                <a:spcPct val="90000"/>
              </a:lnSpc>
              <a:spcAft>
                <a:spcPts val="600"/>
              </a:spcAft>
              <a:defRPr lang="en-US" sz="2400" dirty="0">
                <a:solidFill>
                  <a:srgbClr val="E6DCFF"/>
                </a:solidFill>
                <a:latin typeface="Palatino Linotype" panose="00000500000000000000" pitchFamily="50" charset="0"/>
              </a:defRPr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/>
              <a:t>Place subtitle here in Roboto Medium 24pt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411A8BC-AF90-53D2-1755-B9DDE635842B}"/>
              </a:ext>
            </a:extLst>
          </p:cNvPr>
          <p:cNvSpPr txBox="1"/>
          <p:nvPr/>
        </p:nvSpPr>
        <p:spPr>
          <a:xfrm>
            <a:off x="2143125" y="-1214438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endParaRPr lang="en-US" noProof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34B129F-8239-0B4E-8150-4781B26C790E}"/>
              </a:ext>
            </a:extLst>
          </p:cNvPr>
          <p:cNvSpPr txBox="1"/>
          <p:nvPr userDrawn="1"/>
        </p:nvSpPr>
        <p:spPr>
          <a:xfrm>
            <a:off x="2143125" y="-1214438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97906073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alutation-GTS Keylin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87AD433-4B77-E741-930C-11F17D433B19}"/>
              </a:ext>
            </a:extLst>
          </p:cNvPr>
          <p:cNvSpPr txBox="1"/>
          <p:nvPr/>
        </p:nvSpPr>
        <p:spPr>
          <a:xfrm>
            <a:off x="4490720" y="360680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endParaRPr lang="en-US" noProof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7093396-C7EC-BA38-02E9-DA0BEE02476E}"/>
              </a:ext>
            </a:extLst>
          </p:cNvPr>
          <p:cNvSpPr txBox="1"/>
          <p:nvPr userDrawn="1"/>
        </p:nvSpPr>
        <p:spPr>
          <a:xfrm>
            <a:off x="4490720" y="360680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endParaRPr lang="en-US" noProof="0"/>
          </a:p>
        </p:txBody>
      </p:sp>
      <p:sp>
        <p:nvSpPr>
          <p:cNvPr id="2" name="Graphic 6">
            <a:extLst>
              <a:ext uri="{FF2B5EF4-FFF2-40B4-BE49-F238E27FC236}">
                <a16:creationId xmlns:a16="http://schemas.microsoft.com/office/drawing/2014/main" id="{B9351A7E-7487-E162-214B-5FBE320C074B}"/>
              </a:ext>
            </a:extLst>
          </p:cNvPr>
          <p:cNvSpPr/>
          <p:nvPr userDrawn="1"/>
        </p:nvSpPr>
        <p:spPr>
          <a:xfrm>
            <a:off x="381000" y="6375322"/>
            <a:ext cx="181969" cy="201168"/>
          </a:xfrm>
          <a:custGeom>
            <a:avLst/>
            <a:gdLst>
              <a:gd name="connsiteX0" fmla="*/ 1007031 w 1088192"/>
              <a:gd name="connsiteY0" fmla="*/ 1203008 h 1203007"/>
              <a:gd name="connsiteX1" fmla="*/ 597904 w 1088192"/>
              <a:gd name="connsiteY1" fmla="*/ 1203008 h 1203007"/>
              <a:gd name="connsiteX2" fmla="*/ 0 w 1088192"/>
              <a:gd name="connsiteY2" fmla="*/ 600647 h 1203007"/>
              <a:gd name="connsiteX3" fmla="*/ 597904 w 1088192"/>
              <a:gd name="connsiteY3" fmla="*/ 0 h 1203007"/>
              <a:gd name="connsiteX4" fmla="*/ 1007031 w 1088192"/>
              <a:gd name="connsiteY4" fmla="*/ 0 h 1203007"/>
              <a:gd name="connsiteX5" fmla="*/ 1088193 w 1088192"/>
              <a:gd name="connsiteY5" fmla="*/ 81534 h 1203007"/>
              <a:gd name="connsiteX6" fmla="*/ 1088193 w 1088192"/>
              <a:gd name="connsiteY6" fmla="*/ 219647 h 1203007"/>
              <a:gd name="connsiteX7" fmla="*/ 1007031 w 1088192"/>
              <a:gd name="connsiteY7" fmla="*/ 301181 h 1203007"/>
              <a:gd name="connsiteX8" fmla="*/ 298099 w 1088192"/>
              <a:gd name="connsiteY8" fmla="*/ 301181 h 1203007"/>
              <a:gd name="connsiteX9" fmla="*/ 245097 w 1088192"/>
              <a:gd name="connsiteY9" fmla="*/ 356045 h 1203007"/>
              <a:gd name="connsiteX10" fmla="*/ 255053 w 1088192"/>
              <a:gd name="connsiteY10" fmla="*/ 387668 h 1203007"/>
              <a:gd name="connsiteX11" fmla="*/ 632701 w 1088192"/>
              <a:gd name="connsiteY11" fmla="*/ 1066514 h 1203007"/>
              <a:gd name="connsiteX12" fmla="*/ 679066 w 1088192"/>
              <a:gd name="connsiteY12" fmla="*/ 1093184 h 1203007"/>
              <a:gd name="connsiteX13" fmla="*/ 735386 w 1088192"/>
              <a:gd name="connsiteY13" fmla="*/ 1038320 h 1203007"/>
              <a:gd name="connsiteX14" fmla="*/ 735386 w 1088192"/>
              <a:gd name="connsiteY14" fmla="*/ 628936 h 1203007"/>
              <a:gd name="connsiteX15" fmla="*/ 816547 w 1088192"/>
              <a:gd name="connsiteY15" fmla="*/ 547402 h 1203007"/>
              <a:gd name="connsiteX16" fmla="*/ 1007031 w 1088192"/>
              <a:gd name="connsiteY16" fmla="*/ 547402 h 1203007"/>
              <a:gd name="connsiteX17" fmla="*/ 1088193 w 1088192"/>
              <a:gd name="connsiteY17" fmla="*/ 628936 h 1203007"/>
              <a:gd name="connsiteX18" fmla="*/ 1088193 w 1088192"/>
              <a:gd name="connsiteY18" fmla="*/ 1119759 h 1203007"/>
              <a:gd name="connsiteX19" fmla="*/ 1007031 w 1088192"/>
              <a:gd name="connsiteY19" fmla="*/ 1203008 h 1203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088192" h="1203007">
                <a:moveTo>
                  <a:pt x="1007031" y="1203008"/>
                </a:moveTo>
                <a:lnTo>
                  <a:pt x="597904" y="1203008"/>
                </a:lnTo>
                <a:cubicBezTo>
                  <a:pt x="266620" y="1203008"/>
                  <a:pt x="0" y="933450"/>
                  <a:pt x="0" y="600647"/>
                </a:cubicBezTo>
                <a:cubicBezTo>
                  <a:pt x="0" y="269557"/>
                  <a:pt x="266715" y="0"/>
                  <a:pt x="597904" y="0"/>
                </a:cubicBezTo>
                <a:lnTo>
                  <a:pt x="1007031" y="0"/>
                </a:lnTo>
                <a:cubicBezTo>
                  <a:pt x="1051784" y="0"/>
                  <a:pt x="1088193" y="36576"/>
                  <a:pt x="1088193" y="81534"/>
                </a:cubicBezTo>
                <a:lnTo>
                  <a:pt x="1088193" y="219647"/>
                </a:lnTo>
                <a:cubicBezTo>
                  <a:pt x="1088193" y="264605"/>
                  <a:pt x="1051784" y="301181"/>
                  <a:pt x="1007031" y="301181"/>
                </a:cubicBezTo>
                <a:lnTo>
                  <a:pt x="298099" y="301181"/>
                </a:lnTo>
                <a:cubicBezTo>
                  <a:pt x="268232" y="301181"/>
                  <a:pt x="245097" y="326136"/>
                  <a:pt x="245097" y="356045"/>
                </a:cubicBezTo>
                <a:cubicBezTo>
                  <a:pt x="245097" y="367665"/>
                  <a:pt x="248416" y="379286"/>
                  <a:pt x="255053" y="387668"/>
                </a:cubicBezTo>
                <a:lnTo>
                  <a:pt x="632701" y="1066514"/>
                </a:lnTo>
                <a:cubicBezTo>
                  <a:pt x="640950" y="1083183"/>
                  <a:pt x="659249" y="1093184"/>
                  <a:pt x="679066" y="1093184"/>
                </a:cubicBezTo>
                <a:cubicBezTo>
                  <a:pt x="708932" y="1093184"/>
                  <a:pt x="735386" y="1068229"/>
                  <a:pt x="735386" y="1038320"/>
                </a:cubicBezTo>
                <a:lnTo>
                  <a:pt x="735386" y="628936"/>
                </a:lnTo>
                <a:cubicBezTo>
                  <a:pt x="735386" y="583978"/>
                  <a:pt x="771795" y="547402"/>
                  <a:pt x="816547" y="547402"/>
                </a:cubicBezTo>
                <a:lnTo>
                  <a:pt x="1007031" y="547402"/>
                </a:lnTo>
                <a:cubicBezTo>
                  <a:pt x="1051784" y="547402"/>
                  <a:pt x="1088193" y="583978"/>
                  <a:pt x="1088193" y="628936"/>
                </a:cubicBezTo>
                <a:lnTo>
                  <a:pt x="1088193" y="1119759"/>
                </a:lnTo>
                <a:cubicBezTo>
                  <a:pt x="1088193" y="1164717"/>
                  <a:pt x="1051784" y="1203008"/>
                  <a:pt x="1007031" y="1203008"/>
                </a:cubicBezTo>
                <a:close/>
              </a:path>
            </a:pathLst>
          </a:custGeom>
          <a:solidFill>
            <a:srgbClr val="969696"/>
          </a:solidFill>
          <a:ln w="946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433391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C35EA4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Divider with Image - Gradient Dar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961CA96-71E3-F941-B41E-52928AB9110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43000" y="4610099"/>
            <a:ext cx="4953000" cy="1474215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2400" b="1" i="0">
                <a:latin typeface="+mn-lt"/>
                <a:ea typeface="Roboto" panose="02000000000000000000" pitchFamily="2" charset="0"/>
              </a:defRPr>
            </a:lvl1pPr>
            <a:lvl2pPr marL="0" indent="0">
              <a:spcAft>
                <a:spcPts val="600"/>
              </a:spcAft>
              <a:buNone/>
              <a:defRPr sz="2400">
                <a:latin typeface="Palatino Linotype" pitchFamily="2" charset="77"/>
              </a:defRPr>
            </a:lvl2pPr>
            <a:lvl3pPr marL="0" indent="0">
              <a:spcAft>
                <a:spcPts val="600"/>
              </a:spcAft>
              <a:buNone/>
              <a:defRPr sz="2400">
                <a:latin typeface="Palatino Linotype" pitchFamily="2" charset="77"/>
              </a:defRPr>
            </a:lvl3pPr>
            <a:lvl4pPr marL="0" indent="0">
              <a:spcAft>
                <a:spcPts val="600"/>
              </a:spcAft>
              <a:buNone/>
              <a:defRPr sz="2400">
                <a:latin typeface="Palatino Linotype" pitchFamily="2" charset="77"/>
              </a:defRPr>
            </a:lvl4pPr>
            <a:lvl5pPr marL="0" indent="0">
              <a:spcAft>
                <a:spcPts val="600"/>
              </a:spcAft>
              <a:buNone/>
              <a:defRPr sz="2400">
                <a:latin typeface="Palatino Linotype" pitchFamily="2" charset="77"/>
              </a:defRPr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/>
              <a:t>Place subtitle here in Palatino Linotype 24pt</a:t>
            </a:r>
            <a:endParaRPr lang="en-US"/>
          </a:p>
        </p:txBody>
      </p:sp>
      <p:sp>
        <p:nvSpPr>
          <p:cNvPr id="12" name="Picture Placeholder 18">
            <a:extLst>
              <a:ext uri="{FF2B5EF4-FFF2-40B4-BE49-F238E27FC236}">
                <a16:creationId xmlns:a16="http://schemas.microsoft.com/office/drawing/2014/main" id="{3996D868-07E7-4C6F-B00B-4026C634BAE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858000" y="381000"/>
            <a:ext cx="4953000" cy="5703315"/>
          </a:xfrm>
          <a:noFill/>
        </p:spPr>
        <p:txBody>
          <a:bodyPr tIns="274320" bIns="274320" anchor="t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3001" y="381000"/>
            <a:ext cx="4952999" cy="3915092"/>
          </a:xfrm>
        </p:spPr>
        <p:txBody>
          <a:bodyPr anchor="b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Section title 54pt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BB825C-3912-400B-A9ED-F17A355964BB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Graphic 6">
            <a:extLst>
              <a:ext uri="{FF2B5EF4-FFF2-40B4-BE49-F238E27FC236}">
                <a16:creationId xmlns:a16="http://schemas.microsoft.com/office/drawing/2014/main" id="{7FA71CD6-29C0-022C-D7AB-260A7FF64032}"/>
              </a:ext>
            </a:extLst>
          </p:cNvPr>
          <p:cNvSpPr/>
          <p:nvPr userDrawn="1"/>
        </p:nvSpPr>
        <p:spPr>
          <a:xfrm>
            <a:off x="381000" y="6375322"/>
            <a:ext cx="181969" cy="201168"/>
          </a:xfrm>
          <a:custGeom>
            <a:avLst/>
            <a:gdLst>
              <a:gd name="connsiteX0" fmla="*/ 1007031 w 1088192"/>
              <a:gd name="connsiteY0" fmla="*/ 1203008 h 1203007"/>
              <a:gd name="connsiteX1" fmla="*/ 597904 w 1088192"/>
              <a:gd name="connsiteY1" fmla="*/ 1203008 h 1203007"/>
              <a:gd name="connsiteX2" fmla="*/ 0 w 1088192"/>
              <a:gd name="connsiteY2" fmla="*/ 600647 h 1203007"/>
              <a:gd name="connsiteX3" fmla="*/ 597904 w 1088192"/>
              <a:gd name="connsiteY3" fmla="*/ 0 h 1203007"/>
              <a:gd name="connsiteX4" fmla="*/ 1007031 w 1088192"/>
              <a:gd name="connsiteY4" fmla="*/ 0 h 1203007"/>
              <a:gd name="connsiteX5" fmla="*/ 1088193 w 1088192"/>
              <a:gd name="connsiteY5" fmla="*/ 81534 h 1203007"/>
              <a:gd name="connsiteX6" fmla="*/ 1088193 w 1088192"/>
              <a:gd name="connsiteY6" fmla="*/ 219647 h 1203007"/>
              <a:gd name="connsiteX7" fmla="*/ 1007031 w 1088192"/>
              <a:gd name="connsiteY7" fmla="*/ 301181 h 1203007"/>
              <a:gd name="connsiteX8" fmla="*/ 298099 w 1088192"/>
              <a:gd name="connsiteY8" fmla="*/ 301181 h 1203007"/>
              <a:gd name="connsiteX9" fmla="*/ 245097 w 1088192"/>
              <a:gd name="connsiteY9" fmla="*/ 356045 h 1203007"/>
              <a:gd name="connsiteX10" fmla="*/ 255053 w 1088192"/>
              <a:gd name="connsiteY10" fmla="*/ 387668 h 1203007"/>
              <a:gd name="connsiteX11" fmla="*/ 632701 w 1088192"/>
              <a:gd name="connsiteY11" fmla="*/ 1066514 h 1203007"/>
              <a:gd name="connsiteX12" fmla="*/ 679066 w 1088192"/>
              <a:gd name="connsiteY12" fmla="*/ 1093184 h 1203007"/>
              <a:gd name="connsiteX13" fmla="*/ 735386 w 1088192"/>
              <a:gd name="connsiteY13" fmla="*/ 1038320 h 1203007"/>
              <a:gd name="connsiteX14" fmla="*/ 735386 w 1088192"/>
              <a:gd name="connsiteY14" fmla="*/ 628936 h 1203007"/>
              <a:gd name="connsiteX15" fmla="*/ 816547 w 1088192"/>
              <a:gd name="connsiteY15" fmla="*/ 547402 h 1203007"/>
              <a:gd name="connsiteX16" fmla="*/ 1007031 w 1088192"/>
              <a:gd name="connsiteY16" fmla="*/ 547402 h 1203007"/>
              <a:gd name="connsiteX17" fmla="*/ 1088193 w 1088192"/>
              <a:gd name="connsiteY17" fmla="*/ 628936 h 1203007"/>
              <a:gd name="connsiteX18" fmla="*/ 1088193 w 1088192"/>
              <a:gd name="connsiteY18" fmla="*/ 1119759 h 1203007"/>
              <a:gd name="connsiteX19" fmla="*/ 1007031 w 1088192"/>
              <a:gd name="connsiteY19" fmla="*/ 1203008 h 1203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088192" h="1203007">
                <a:moveTo>
                  <a:pt x="1007031" y="1203008"/>
                </a:moveTo>
                <a:lnTo>
                  <a:pt x="597904" y="1203008"/>
                </a:lnTo>
                <a:cubicBezTo>
                  <a:pt x="266620" y="1203008"/>
                  <a:pt x="0" y="933450"/>
                  <a:pt x="0" y="600647"/>
                </a:cubicBezTo>
                <a:cubicBezTo>
                  <a:pt x="0" y="269557"/>
                  <a:pt x="266715" y="0"/>
                  <a:pt x="597904" y="0"/>
                </a:cubicBezTo>
                <a:lnTo>
                  <a:pt x="1007031" y="0"/>
                </a:lnTo>
                <a:cubicBezTo>
                  <a:pt x="1051784" y="0"/>
                  <a:pt x="1088193" y="36576"/>
                  <a:pt x="1088193" y="81534"/>
                </a:cubicBezTo>
                <a:lnTo>
                  <a:pt x="1088193" y="219647"/>
                </a:lnTo>
                <a:cubicBezTo>
                  <a:pt x="1088193" y="264605"/>
                  <a:pt x="1051784" y="301181"/>
                  <a:pt x="1007031" y="301181"/>
                </a:cubicBezTo>
                <a:lnTo>
                  <a:pt x="298099" y="301181"/>
                </a:lnTo>
                <a:cubicBezTo>
                  <a:pt x="268232" y="301181"/>
                  <a:pt x="245097" y="326136"/>
                  <a:pt x="245097" y="356045"/>
                </a:cubicBezTo>
                <a:cubicBezTo>
                  <a:pt x="245097" y="367665"/>
                  <a:pt x="248416" y="379286"/>
                  <a:pt x="255053" y="387668"/>
                </a:cubicBezTo>
                <a:lnTo>
                  <a:pt x="632701" y="1066514"/>
                </a:lnTo>
                <a:cubicBezTo>
                  <a:pt x="640950" y="1083183"/>
                  <a:pt x="659249" y="1093184"/>
                  <a:pt x="679066" y="1093184"/>
                </a:cubicBezTo>
                <a:cubicBezTo>
                  <a:pt x="708932" y="1093184"/>
                  <a:pt x="735386" y="1068229"/>
                  <a:pt x="735386" y="1038320"/>
                </a:cubicBezTo>
                <a:lnTo>
                  <a:pt x="735386" y="628936"/>
                </a:lnTo>
                <a:cubicBezTo>
                  <a:pt x="735386" y="583978"/>
                  <a:pt x="771795" y="547402"/>
                  <a:pt x="816547" y="547402"/>
                </a:cubicBezTo>
                <a:lnTo>
                  <a:pt x="1007031" y="547402"/>
                </a:lnTo>
                <a:cubicBezTo>
                  <a:pt x="1051784" y="547402"/>
                  <a:pt x="1088193" y="583978"/>
                  <a:pt x="1088193" y="628936"/>
                </a:cubicBezTo>
                <a:lnTo>
                  <a:pt x="1088193" y="1119759"/>
                </a:lnTo>
                <a:cubicBezTo>
                  <a:pt x="1088193" y="1164717"/>
                  <a:pt x="1051784" y="1203008"/>
                  <a:pt x="1007031" y="1203008"/>
                </a:cubicBezTo>
                <a:close/>
              </a:path>
            </a:pathLst>
          </a:custGeom>
          <a:solidFill>
            <a:srgbClr val="969696"/>
          </a:solidFill>
          <a:ln w="946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832913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Divider - Numbered, Gradient Mid Purp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3000" y="3889828"/>
            <a:ext cx="6186713" cy="2422072"/>
          </a:xfrm>
        </p:spPr>
        <p:txBody>
          <a:bodyPr anchor="t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Section title 54pt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63E56B88-63DE-42F5-AE08-5F9069ED6835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1143001" y="835805"/>
            <a:ext cx="6186712" cy="2194487"/>
          </a:xfrm>
        </p:spPr>
        <p:txBody>
          <a:bodyPr anchor="ctr"/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None/>
              <a:defRPr lang="en-US" sz="16600" b="1" kern="1200" dirty="0">
                <a:ln w="38100">
                  <a:noFill/>
                </a:ln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#</a:t>
            </a: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4CC28DDD-91C9-FB49-B057-796687C8B07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055427" y="3889827"/>
            <a:ext cx="2993573" cy="2422071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2400" b="1" i="0">
                <a:latin typeface="+mn-lt"/>
                <a:ea typeface="Roboto" panose="02000000000000000000" pitchFamily="2" charset="0"/>
              </a:defRPr>
            </a:lvl1pPr>
            <a:lvl2pPr marL="0" indent="0">
              <a:spcAft>
                <a:spcPts val="600"/>
              </a:spcAft>
              <a:buNone/>
              <a:defRPr sz="2400">
                <a:latin typeface="Palatino Linotype" pitchFamily="2" charset="77"/>
              </a:defRPr>
            </a:lvl2pPr>
            <a:lvl3pPr marL="0" indent="0">
              <a:spcAft>
                <a:spcPts val="600"/>
              </a:spcAft>
              <a:buNone/>
              <a:defRPr sz="2400">
                <a:latin typeface="Palatino Linotype" pitchFamily="2" charset="77"/>
              </a:defRPr>
            </a:lvl3pPr>
            <a:lvl4pPr marL="0" indent="0">
              <a:spcAft>
                <a:spcPts val="600"/>
              </a:spcAft>
              <a:buNone/>
              <a:defRPr sz="2400">
                <a:latin typeface="Palatino Linotype" pitchFamily="2" charset="77"/>
              </a:defRPr>
            </a:lvl4pPr>
            <a:lvl5pPr marL="0" indent="0">
              <a:spcAft>
                <a:spcPts val="600"/>
              </a:spcAft>
              <a:buNone/>
              <a:defRPr sz="2400">
                <a:latin typeface="Palatino Linotype" pitchFamily="2" charset="77"/>
              </a:defRPr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/>
              <a:t>Place subtitle here in Palatino Linotype 24pt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04ADF7-CE17-4A46-8A63-A366F9BB14A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955317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1DC12A70-EB69-034B-A8B3-5A8F76E5FCC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1001" y="1882446"/>
            <a:ext cx="3267012" cy="2699330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0"/>
              </a:spcAft>
              <a:buNone/>
              <a:defRPr sz="1800" b="1" i="0">
                <a:solidFill>
                  <a:srgbClr val="00EB81"/>
                </a:solidFill>
                <a:latin typeface="+mn-lt"/>
                <a:ea typeface="Roboto" panose="02000000000000000000" pitchFamily="2" charset="0"/>
              </a:defRPr>
            </a:lvl1pPr>
            <a:lvl2pPr marL="0" indent="0">
              <a:buNone/>
              <a:defRPr sz="1800"/>
            </a:lvl2pPr>
            <a:lvl3pPr marL="228600">
              <a:buFont typeface="Arial" panose="020B0604020202020204" pitchFamily="34" charset="0"/>
              <a:buChar char="•"/>
              <a:defRPr sz="1800"/>
            </a:lvl3pPr>
            <a:lvl4pPr marL="457200">
              <a:buFont typeface="System Font"/>
              <a:buChar char="–"/>
              <a:defRPr sz="1600"/>
            </a:lvl4pPr>
            <a:lvl5pPr marL="685800">
              <a:buFont typeface="Arial" panose="020B0604020202020204" pitchFamily="34" charset="0"/>
              <a:buChar char="•"/>
              <a:defRPr sz="1600"/>
            </a:lvl5pPr>
          </a:lstStyle>
          <a:p>
            <a:pPr marL="0" marR="0" lvl="0" indent="0" algn="l" defTabSz="2286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Place agenda summary </a:t>
            </a:r>
            <a:r>
              <a:rPr lang="en-GB"/>
              <a:t>here in Palatino Linotype 24pt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2" y="1072047"/>
            <a:ext cx="3267011" cy="810399"/>
          </a:xfrm>
        </p:spPr>
        <p:txBody>
          <a:bodyPr/>
          <a:lstStyle>
            <a:lvl1pPr>
              <a:defRPr b="0">
                <a:solidFill>
                  <a:schemeClr val="bg1"/>
                </a:solidFill>
              </a:defRPr>
            </a:lvl1pPr>
          </a:lstStyle>
          <a:p>
            <a:r>
              <a:rPr lang="en-GB"/>
              <a:t>Agenda title</a:t>
            </a:r>
            <a:endParaRPr lang="en-US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257C0C72-781A-F24F-B1F2-0A290409F1F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966971" y="1072046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57" name="Text Placeholder 17">
            <a:extLst>
              <a:ext uri="{FF2B5EF4-FFF2-40B4-BE49-F238E27FC236}">
                <a16:creationId xmlns:a16="http://schemas.microsoft.com/office/drawing/2014/main" id="{A5D4C4AC-7870-A641-AF65-6F3ECB9DA9C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66971" y="1676924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59" name="Text Placeholder 17">
            <a:extLst>
              <a:ext uri="{FF2B5EF4-FFF2-40B4-BE49-F238E27FC236}">
                <a16:creationId xmlns:a16="http://schemas.microsoft.com/office/drawing/2014/main" id="{9F332AA7-2896-E24E-B21D-90FED54D433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966971" y="2281802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61" name="Text Placeholder 17">
            <a:extLst>
              <a:ext uri="{FF2B5EF4-FFF2-40B4-BE49-F238E27FC236}">
                <a16:creationId xmlns:a16="http://schemas.microsoft.com/office/drawing/2014/main" id="{25D7BCB2-FC6B-2A46-AC11-482A4F73111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966971" y="2886680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63" name="Text Placeholder 17">
            <a:extLst>
              <a:ext uri="{FF2B5EF4-FFF2-40B4-BE49-F238E27FC236}">
                <a16:creationId xmlns:a16="http://schemas.microsoft.com/office/drawing/2014/main" id="{FD74906C-72A4-CF4A-A4F6-B28AE864B9B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966971" y="3491558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65" name="Text Placeholder 17">
            <a:extLst>
              <a:ext uri="{FF2B5EF4-FFF2-40B4-BE49-F238E27FC236}">
                <a16:creationId xmlns:a16="http://schemas.microsoft.com/office/drawing/2014/main" id="{F28AA3EC-0083-2742-A4D0-0B32569FD7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966971" y="4096436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67" name="Text Placeholder 17">
            <a:extLst>
              <a:ext uri="{FF2B5EF4-FFF2-40B4-BE49-F238E27FC236}">
                <a16:creationId xmlns:a16="http://schemas.microsoft.com/office/drawing/2014/main" id="{D46DA866-B19E-684E-8A23-EEA29548784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966971" y="4701314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69" name="Text Placeholder 17">
            <a:extLst>
              <a:ext uri="{FF2B5EF4-FFF2-40B4-BE49-F238E27FC236}">
                <a16:creationId xmlns:a16="http://schemas.microsoft.com/office/drawing/2014/main" id="{A4A135E2-DF01-5543-BA57-DFBCCC446A3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966971" y="5306193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29" name="Text Placeholder 17">
            <a:extLst>
              <a:ext uri="{FF2B5EF4-FFF2-40B4-BE49-F238E27FC236}">
                <a16:creationId xmlns:a16="http://schemas.microsoft.com/office/drawing/2014/main" id="{2F4C171E-3D12-FC48-87BB-B5005B4EE33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426242" y="1072046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0" i="0">
                <a:solidFill>
                  <a:srgbClr val="00EB8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0" name="Text Placeholder 17">
            <a:extLst>
              <a:ext uri="{FF2B5EF4-FFF2-40B4-BE49-F238E27FC236}">
                <a16:creationId xmlns:a16="http://schemas.microsoft.com/office/drawing/2014/main" id="{E8AE9E02-9423-4748-8AD7-2BBB3B94A79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426242" y="1676924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0" i="0">
                <a:solidFill>
                  <a:srgbClr val="00EB8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1" name="Text Placeholder 17">
            <a:extLst>
              <a:ext uri="{FF2B5EF4-FFF2-40B4-BE49-F238E27FC236}">
                <a16:creationId xmlns:a16="http://schemas.microsoft.com/office/drawing/2014/main" id="{7C692F47-FBF4-5842-A0CA-4B8B48DE463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426242" y="2281802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0" i="0">
                <a:solidFill>
                  <a:srgbClr val="00EB8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2" name="Text Placeholder 17">
            <a:extLst>
              <a:ext uri="{FF2B5EF4-FFF2-40B4-BE49-F238E27FC236}">
                <a16:creationId xmlns:a16="http://schemas.microsoft.com/office/drawing/2014/main" id="{BDE48124-A481-074B-9AD4-22EC49D172D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426242" y="2886680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0" i="0">
                <a:solidFill>
                  <a:srgbClr val="00EB8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3" name="Text Placeholder 17">
            <a:extLst>
              <a:ext uri="{FF2B5EF4-FFF2-40B4-BE49-F238E27FC236}">
                <a16:creationId xmlns:a16="http://schemas.microsoft.com/office/drawing/2014/main" id="{98E2B4B4-ED02-4945-B581-1A8D48D031A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26242" y="3491558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0" i="0">
                <a:solidFill>
                  <a:srgbClr val="00EB8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4" name="Text Placeholder 17">
            <a:extLst>
              <a:ext uri="{FF2B5EF4-FFF2-40B4-BE49-F238E27FC236}">
                <a16:creationId xmlns:a16="http://schemas.microsoft.com/office/drawing/2014/main" id="{B70B7DFE-5DE8-0F42-BF3C-DA43110C0D0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426242" y="4096436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0" i="0">
                <a:solidFill>
                  <a:srgbClr val="00EB8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5" name="Text Placeholder 17">
            <a:extLst>
              <a:ext uri="{FF2B5EF4-FFF2-40B4-BE49-F238E27FC236}">
                <a16:creationId xmlns:a16="http://schemas.microsoft.com/office/drawing/2014/main" id="{D63FCDAD-F7F9-774F-8EC9-A0777820ED0F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426242" y="4701314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0" i="0">
                <a:solidFill>
                  <a:srgbClr val="00EB8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6" name="Text Placeholder 17">
            <a:extLst>
              <a:ext uri="{FF2B5EF4-FFF2-40B4-BE49-F238E27FC236}">
                <a16:creationId xmlns:a16="http://schemas.microsoft.com/office/drawing/2014/main" id="{AE66CCF5-C5F4-5645-A851-E4A7D572FDA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426242" y="5306193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0" i="0">
                <a:solidFill>
                  <a:srgbClr val="00EB8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86" name="Text Placeholder 17">
            <a:extLst>
              <a:ext uri="{FF2B5EF4-FFF2-40B4-BE49-F238E27FC236}">
                <a16:creationId xmlns:a16="http://schemas.microsoft.com/office/drawing/2014/main" id="{C10680BC-1106-B24D-A63E-02912A27325E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857959" y="1072046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87" name="Text Placeholder 17">
            <a:extLst>
              <a:ext uri="{FF2B5EF4-FFF2-40B4-BE49-F238E27FC236}">
                <a16:creationId xmlns:a16="http://schemas.microsoft.com/office/drawing/2014/main" id="{194D437D-E8B7-694E-B60A-5A3D6E811713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57959" y="1676924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88" name="Text Placeholder 17">
            <a:extLst>
              <a:ext uri="{FF2B5EF4-FFF2-40B4-BE49-F238E27FC236}">
                <a16:creationId xmlns:a16="http://schemas.microsoft.com/office/drawing/2014/main" id="{D743CFF4-B173-B648-86A6-5021F5FB8C07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8857959" y="2281802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89" name="Text Placeholder 17">
            <a:extLst>
              <a:ext uri="{FF2B5EF4-FFF2-40B4-BE49-F238E27FC236}">
                <a16:creationId xmlns:a16="http://schemas.microsoft.com/office/drawing/2014/main" id="{67B9EDF9-023B-A84C-B540-ABBA3E3BA5C0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57959" y="2886680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0" name="Text Placeholder 17">
            <a:extLst>
              <a:ext uri="{FF2B5EF4-FFF2-40B4-BE49-F238E27FC236}">
                <a16:creationId xmlns:a16="http://schemas.microsoft.com/office/drawing/2014/main" id="{EA82EDEB-3F03-7A48-BC36-8C7437083F46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8857959" y="3491558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1" name="Text Placeholder 17">
            <a:extLst>
              <a:ext uri="{FF2B5EF4-FFF2-40B4-BE49-F238E27FC236}">
                <a16:creationId xmlns:a16="http://schemas.microsoft.com/office/drawing/2014/main" id="{8D7A3AD2-4413-D941-B944-D1D235AC6689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857959" y="4096436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2" name="Text Placeholder 17">
            <a:extLst>
              <a:ext uri="{FF2B5EF4-FFF2-40B4-BE49-F238E27FC236}">
                <a16:creationId xmlns:a16="http://schemas.microsoft.com/office/drawing/2014/main" id="{F5014509-24B5-6040-8686-31A95601E0B3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857959" y="4701314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3" name="Text Placeholder 17">
            <a:extLst>
              <a:ext uri="{FF2B5EF4-FFF2-40B4-BE49-F238E27FC236}">
                <a16:creationId xmlns:a16="http://schemas.microsoft.com/office/drawing/2014/main" id="{02B9D5CB-DA36-724C-A996-6331344816A3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8857959" y="5306193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4" name="Text Placeholder 17">
            <a:extLst>
              <a:ext uri="{FF2B5EF4-FFF2-40B4-BE49-F238E27FC236}">
                <a16:creationId xmlns:a16="http://schemas.microsoft.com/office/drawing/2014/main" id="{ED51288A-4DF8-0D4F-8BBC-90AE60B66177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8317230" y="1072046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0" i="0">
                <a:solidFill>
                  <a:srgbClr val="00EB8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5" name="Text Placeholder 17">
            <a:extLst>
              <a:ext uri="{FF2B5EF4-FFF2-40B4-BE49-F238E27FC236}">
                <a16:creationId xmlns:a16="http://schemas.microsoft.com/office/drawing/2014/main" id="{B55123CE-2705-2A4C-88D5-5BEECF04606C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8317230" y="1676924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0" i="0">
                <a:solidFill>
                  <a:srgbClr val="00EB8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6" name="Text Placeholder 17">
            <a:extLst>
              <a:ext uri="{FF2B5EF4-FFF2-40B4-BE49-F238E27FC236}">
                <a16:creationId xmlns:a16="http://schemas.microsoft.com/office/drawing/2014/main" id="{95340386-A048-C64F-B858-E874FB9006DC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7230" y="2281802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0" i="0">
                <a:solidFill>
                  <a:srgbClr val="00EB8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7" name="Text Placeholder 17">
            <a:extLst>
              <a:ext uri="{FF2B5EF4-FFF2-40B4-BE49-F238E27FC236}">
                <a16:creationId xmlns:a16="http://schemas.microsoft.com/office/drawing/2014/main" id="{389D3522-38D0-6A46-B023-28998ECDD0FA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8317230" y="2886680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0" i="0">
                <a:solidFill>
                  <a:srgbClr val="00EB8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8" name="Text Placeholder 17">
            <a:extLst>
              <a:ext uri="{FF2B5EF4-FFF2-40B4-BE49-F238E27FC236}">
                <a16:creationId xmlns:a16="http://schemas.microsoft.com/office/drawing/2014/main" id="{DFF1DA35-A5DD-8E48-B33F-D2FC79AD9AF0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8317230" y="3491558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0" i="0">
                <a:solidFill>
                  <a:srgbClr val="00EB8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9" name="Text Placeholder 17">
            <a:extLst>
              <a:ext uri="{FF2B5EF4-FFF2-40B4-BE49-F238E27FC236}">
                <a16:creationId xmlns:a16="http://schemas.microsoft.com/office/drawing/2014/main" id="{2DD1FA43-908E-6A4A-8D78-19F781C138B2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8317230" y="4096436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0" i="0">
                <a:solidFill>
                  <a:srgbClr val="00EB8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100" name="Text Placeholder 17">
            <a:extLst>
              <a:ext uri="{FF2B5EF4-FFF2-40B4-BE49-F238E27FC236}">
                <a16:creationId xmlns:a16="http://schemas.microsoft.com/office/drawing/2014/main" id="{B42DF6FB-CEA5-344B-B42D-A5B8AF0712F6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8317230" y="4701314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0" i="0">
                <a:solidFill>
                  <a:srgbClr val="00EB8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101" name="Text Placeholder 17">
            <a:extLst>
              <a:ext uri="{FF2B5EF4-FFF2-40B4-BE49-F238E27FC236}">
                <a16:creationId xmlns:a16="http://schemas.microsoft.com/office/drawing/2014/main" id="{DD7618EA-1B4E-9D4F-BE9D-ED39BC26377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8317230" y="5306193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0" i="0">
                <a:solidFill>
                  <a:srgbClr val="00EB8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796CD18-ADDA-4A64-BDD0-F5A8D01FDD49}"/>
              </a:ext>
            </a:extLst>
          </p:cNvPr>
          <p:cNvSpPr>
            <a:spLocks noGrp="1"/>
          </p:cNvSpPr>
          <p:nvPr>
            <p:ph type="sldNum" sz="quarter" idx="5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916719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 and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C6DB689C-7DB3-4046-A1BF-E63F8EF784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906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87C97B1E-CB9E-4CBC-A6F1-1D4F2E4ECB34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381001" y="1371600"/>
            <a:ext cx="11430000" cy="4940300"/>
          </a:xfrm>
        </p:spPr>
        <p:txBody>
          <a:bodyPr/>
          <a:lstStyle>
            <a:lvl1pPr marL="228600" indent="-228600">
              <a:buFont typeface="Arial" panose="020B0604020202020204" pitchFamily="34" charset="0"/>
              <a:buChar char="•"/>
              <a:defRPr/>
            </a:lvl1pPr>
            <a:lvl2pPr marL="457200">
              <a:defRPr/>
            </a:lvl2pPr>
            <a:lvl3pPr marL="685800">
              <a:defRPr/>
            </a:lvl3pPr>
            <a:lvl4pPr marL="914400">
              <a:defRPr/>
            </a:lvl4pPr>
            <a:lvl5pPr marL="1143000">
              <a:defRPr/>
            </a:lvl5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E4E1CDE7-C850-4F14-8D26-8BD1EE3D6D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 defTabSz="228600">
              <a:spcAft>
                <a:spcPts val="1200"/>
              </a:spcAft>
              <a:defRPr/>
            </a:pPr>
            <a:r>
              <a:rPr lang="en-GB"/>
              <a:t>Copyright © 2022 Accenture. All rights reserved.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2BEF25E-6F09-4B47-806E-462D7622D10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249160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Long Headline and 1 Column Dar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6D4EA4B-84F0-4EB3-B6B4-6EAB903D2C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906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5" name="Content Placeholder 7">
            <a:extLst>
              <a:ext uri="{FF2B5EF4-FFF2-40B4-BE49-F238E27FC236}">
                <a16:creationId xmlns:a16="http://schemas.microsoft.com/office/drawing/2014/main" id="{6DFCE48E-1DF3-48D6-BD43-BA3B9CE95A05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381001" y="1371601"/>
            <a:ext cx="11430000" cy="4940300"/>
          </a:xfrm>
        </p:spPr>
        <p:txBody>
          <a:bodyPr/>
          <a:lstStyle/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AE8CB08-3B2A-44E5-8975-B69F3969CD4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Graphic 6">
            <a:extLst>
              <a:ext uri="{FF2B5EF4-FFF2-40B4-BE49-F238E27FC236}">
                <a16:creationId xmlns:a16="http://schemas.microsoft.com/office/drawing/2014/main" id="{C6670F23-BCD3-7BE0-94C2-E8256C82866C}"/>
              </a:ext>
            </a:extLst>
          </p:cNvPr>
          <p:cNvSpPr/>
          <p:nvPr userDrawn="1"/>
        </p:nvSpPr>
        <p:spPr>
          <a:xfrm>
            <a:off x="381000" y="6375322"/>
            <a:ext cx="181969" cy="201168"/>
          </a:xfrm>
          <a:custGeom>
            <a:avLst/>
            <a:gdLst>
              <a:gd name="connsiteX0" fmla="*/ 1007031 w 1088192"/>
              <a:gd name="connsiteY0" fmla="*/ 1203008 h 1203007"/>
              <a:gd name="connsiteX1" fmla="*/ 597904 w 1088192"/>
              <a:gd name="connsiteY1" fmla="*/ 1203008 h 1203007"/>
              <a:gd name="connsiteX2" fmla="*/ 0 w 1088192"/>
              <a:gd name="connsiteY2" fmla="*/ 600647 h 1203007"/>
              <a:gd name="connsiteX3" fmla="*/ 597904 w 1088192"/>
              <a:gd name="connsiteY3" fmla="*/ 0 h 1203007"/>
              <a:gd name="connsiteX4" fmla="*/ 1007031 w 1088192"/>
              <a:gd name="connsiteY4" fmla="*/ 0 h 1203007"/>
              <a:gd name="connsiteX5" fmla="*/ 1088193 w 1088192"/>
              <a:gd name="connsiteY5" fmla="*/ 81534 h 1203007"/>
              <a:gd name="connsiteX6" fmla="*/ 1088193 w 1088192"/>
              <a:gd name="connsiteY6" fmla="*/ 219647 h 1203007"/>
              <a:gd name="connsiteX7" fmla="*/ 1007031 w 1088192"/>
              <a:gd name="connsiteY7" fmla="*/ 301181 h 1203007"/>
              <a:gd name="connsiteX8" fmla="*/ 298099 w 1088192"/>
              <a:gd name="connsiteY8" fmla="*/ 301181 h 1203007"/>
              <a:gd name="connsiteX9" fmla="*/ 245097 w 1088192"/>
              <a:gd name="connsiteY9" fmla="*/ 356045 h 1203007"/>
              <a:gd name="connsiteX10" fmla="*/ 255053 w 1088192"/>
              <a:gd name="connsiteY10" fmla="*/ 387668 h 1203007"/>
              <a:gd name="connsiteX11" fmla="*/ 632701 w 1088192"/>
              <a:gd name="connsiteY11" fmla="*/ 1066514 h 1203007"/>
              <a:gd name="connsiteX12" fmla="*/ 679066 w 1088192"/>
              <a:gd name="connsiteY12" fmla="*/ 1093184 h 1203007"/>
              <a:gd name="connsiteX13" fmla="*/ 735386 w 1088192"/>
              <a:gd name="connsiteY13" fmla="*/ 1038320 h 1203007"/>
              <a:gd name="connsiteX14" fmla="*/ 735386 w 1088192"/>
              <a:gd name="connsiteY14" fmla="*/ 628936 h 1203007"/>
              <a:gd name="connsiteX15" fmla="*/ 816547 w 1088192"/>
              <a:gd name="connsiteY15" fmla="*/ 547402 h 1203007"/>
              <a:gd name="connsiteX16" fmla="*/ 1007031 w 1088192"/>
              <a:gd name="connsiteY16" fmla="*/ 547402 h 1203007"/>
              <a:gd name="connsiteX17" fmla="*/ 1088193 w 1088192"/>
              <a:gd name="connsiteY17" fmla="*/ 628936 h 1203007"/>
              <a:gd name="connsiteX18" fmla="*/ 1088193 w 1088192"/>
              <a:gd name="connsiteY18" fmla="*/ 1119759 h 1203007"/>
              <a:gd name="connsiteX19" fmla="*/ 1007031 w 1088192"/>
              <a:gd name="connsiteY19" fmla="*/ 1203008 h 1203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088192" h="1203007">
                <a:moveTo>
                  <a:pt x="1007031" y="1203008"/>
                </a:moveTo>
                <a:lnTo>
                  <a:pt x="597904" y="1203008"/>
                </a:lnTo>
                <a:cubicBezTo>
                  <a:pt x="266620" y="1203008"/>
                  <a:pt x="0" y="933450"/>
                  <a:pt x="0" y="600647"/>
                </a:cubicBezTo>
                <a:cubicBezTo>
                  <a:pt x="0" y="269557"/>
                  <a:pt x="266715" y="0"/>
                  <a:pt x="597904" y="0"/>
                </a:cubicBezTo>
                <a:lnTo>
                  <a:pt x="1007031" y="0"/>
                </a:lnTo>
                <a:cubicBezTo>
                  <a:pt x="1051784" y="0"/>
                  <a:pt x="1088193" y="36576"/>
                  <a:pt x="1088193" y="81534"/>
                </a:cubicBezTo>
                <a:lnTo>
                  <a:pt x="1088193" y="219647"/>
                </a:lnTo>
                <a:cubicBezTo>
                  <a:pt x="1088193" y="264605"/>
                  <a:pt x="1051784" y="301181"/>
                  <a:pt x="1007031" y="301181"/>
                </a:cubicBezTo>
                <a:lnTo>
                  <a:pt x="298099" y="301181"/>
                </a:lnTo>
                <a:cubicBezTo>
                  <a:pt x="268232" y="301181"/>
                  <a:pt x="245097" y="326136"/>
                  <a:pt x="245097" y="356045"/>
                </a:cubicBezTo>
                <a:cubicBezTo>
                  <a:pt x="245097" y="367665"/>
                  <a:pt x="248416" y="379286"/>
                  <a:pt x="255053" y="387668"/>
                </a:cubicBezTo>
                <a:lnTo>
                  <a:pt x="632701" y="1066514"/>
                </a:lnTo>
                <a:cubicBezTo>
                  <a:pt x="640950" y="1083183"/>
                  <a:pt x="659249" y="1093184"/>
                  <a:pt x="679066" y="1093184"/>
                </a:cubicBezTo>
                <a:cubicBezTo>
                  <a:pt x="708932" y="1093184"/>
                  <a:pt x="735386" y="1068229"/>
                  <a:pt x="735386" y="1038320"/>
                </a:cubicBezTo>
                <a:lnTo>
                  <a:pt x="735386" y="628936"/>
                </a:lnTo>
                <a:cubicBezTo>
                  <a:pt x="735386" y="583978"/>
                  <a:pt x="771795" y="547402"/>
                  <a:pt x="816547" y="547402"/>
                </a:cubicBezTo>
                <a:lnTo>
                  <a:pt x="1007031" y="547402"/>
                </a:lnTo>
                <a:cubicBezTo>
                  <a:pt x="1051784" y="547402"/>
                  <a:pt x="1088193" y="583978"/>
                  <a:pt x="1088193" y="628936"/>
                </a:cubicBezTo>
                <a:lnTo>
                  <a:pt x="1088193" y="1119759"/>
                </a:lnTo>
                <a:cubicBezTo>
                  <a:pt x="1088193" y="1164717"/>
                  <a:pt x="1051784" y="1203008"/>
                  <a:pt x="1007031" y="1203008"/>
                </a:cubicBezTo>
                <a:close/>
              </a:path>
            </a:pathLst>
          </a:custGeom>
          <a:solidFill>
            <a:srgbClr val="969696"/>
          </a:solidFill>
          <a:ln w="946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74731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-subtitle and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380999"/>
            <a:ext cx="11429999" cy="798830"/>
          </a:xfrm>
        </p:spPr>
        <p:txBody>
          <a:bodyPr/>
          <a:lstStyle/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F42700C7-7F8C-8142-B39A-C4519A48B90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80999" y="1947672"/>
            <a:ext cx="5524499" cy="4361688"/>
          </a:xfrm>
        </p:spPr>
        <p:txBody>
          <a:bodyPr/>
          <a:lstStyle>
            <a:lvl1pPr>
              <a:lnSpc>
                <a:spcPts val="2200"/>
              </a:lnSpc>
              <a:spcAft>
                <a:spcPts val="600"/>
              </a:spcAft>
              <a:defRPr sz="1800" spc="50" baseline="0"/>
            </a:lvl1pPr>
            <a:lvl2pPr>
              <a:lnSpc>
                <a:spcPts val="2200"/>
              </a:lnSpc>
              <a:spcAft>
                <a:spcPts val="600"/>
              </a:spcAft>
              <a:defRPr sz="1800" spc="50" baseline="0"/>
            </a:lvl2pPr>
            <a:lvl3pPr>
              <a:lnSpc>
                <a:spcPts val="2200"/>
              </a:lnSpc>
              <a:spcAft>
                <a:spcPts val="600"/>
              </a:spcAft>
              <a:defRPr sz="1800" spc="50" baseline="0"/>
            </a:lvl3pPr>
            <a:lvl4pPr>
              <a:lnSpc>
                <a:spcPts val="2200"/>
              </a:lnSpc>
              <a:spcAft>
                <a:spcPts val="600"/>
              </a:spcAft>
              <a:defRPr sz="1600" spc="50" baseline="0"/>
            </a:lvl4pPr>
            <a:lvl5pPr>
              <a:lnSpc>
                <a:spcPts val="2200"/>
              </a:lnSpc>
              <a:spcAft>
                <a:spcPts val="600"/>
              </a:spcAft>
              <a:defRPr sz="1600" spc="50" baseline="0"/>
            </a:lvl5pPr>
            <a:lvl6pPr>
              <a:lnSpc>
                <a:spcPts val="2200"/>
              </a:lnSpc>
              <a:defRPr sz="1200" spc="50" baseline="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B1D4973F-C5A4-0C42-BA05-26E23A1AE857}"/>
              </a:ext>
            </a:extLst>
          </p:cNvPr>
          <p:cNvSpPr>
            <a:spLocks noGrp="1"/>
          </p:cNvSpPr>
          <p:nvPr>
            <p:ph sz="half" idx="18" hasCustomPrompt="1"/>
          </p:nvPr>
        </p:nvSpPr>
        <p:spPr>
          <a:xfrm>
            <a:off x="6286500" y="1947672"/>
            <a:ext cx="5524499" cy="4361688"/>
          </a:xfrm>
        </p:spPr>
        <p:txBody>
          <a:bodyPr/>
          <a:lstStyle>
            <a:lvl1pPr>
              <a:lnSpc>
                <a:spcPts val="2200"/>
              </a:lnSpc>
              <a:spcAft>
                <a:spcPts val="600"/>
              </a:spcAft>
              <a:defRPr sz="1800" spc="50" baseline="0"/>
            </a:lvl1pPr>
            <a:lvl2pPr>
              <a:lnSpc>
                <a:spcPts val="2200"/>
              </a:lnSpc>
              <a:spcAft>
                <a:spcPts val="600"/>
              </a:spcAft>
              <a:defRPr sz="1800" spc="50" baseline="0"/>
            </a:lvl2pPr>
            <a:lvl3pPr>
              <a:lnSpc>
                <a:spcPts val="2200"/>
              </a:lnSpc>
              <a:spcAft>
                <a:spcPts val="600"/>
              </a:spcAft>
              <a:defRPr sz="1800" spc="50" baseline="0"/>
            </a:lvl3pPr>
            <a:lvl4pPr>
              <a:lnSpc>
                <a:spcPts val="2200"/>
              </a:lnSpc>
              <a:spcAft>
                <a:spcPts val="600"/>
              </a:spcAft>
              <a:defRPr sz="1600" spc="50" baseline="0"/>
            </a:lvl4pPr>
            <a:lvl5pPr>
              <a:lnSpc>
                <a:spcPts val="2200"/>
              </a:lnSpc>
              <a:spcAft>
                <a:spcPts val="600"/>
              </a:spcAft>
              <a:defRPr sz="1600" spc="50" baseline="0"/>
            </a:lvl5pPr>
            <a:lvl6pPr>
              <a:lnSpc>
                <a:spcPts val="2200"/>
              </a:lnSpc>
              <a:defRPr sz="1200" spc="50" baseline="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8A356218-065E-4505-9831-1D032924567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1" i="0">
                <a:solidFill>
                  <a:srgbClr val="00B8FF"/>
                </a:solidFill>
                <a:latin typeface="+mn-lt"/>
                <a:ea typeface="Roboto" panose="02000000000000000000" pitchFamily="2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/>
              <a:t>Place subtitle here in Roboto Bold 18pt</a:t>
            </a:r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A363034-F9EC-4A95-91E0-2E8019749311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04511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32" userDrawn="1">
          <p15:clr>
            <a:srgbClr val="547EBF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-subtitle and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8001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A49B96C-8E74-4C8B-BDE4-9B82801CA0EE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381001" y="1949194"/>
            <a:ext cx="11430000" cy="4362706"/>
          </a:xfrm>
        </p:spPr>
        <p:txBody>
          <a:bodyPr/>
          <a:lstStyle/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385C65-6BFC-4F61-A214-71B69537BB4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b="1" i="0">
                <a:solidFill>
                  <a:srgbClr val="00B8FF"/>
                </a:solidFill>
                <a:latin typeface="+mn-lt"/>
                <a:ea typeface="Roboto" panose="02000000000000000000" pitchFamily="2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/>
              <a:t>Place subtitle here in Roboto 20pt</a:t>
            </a:r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5699EEA-1839-42AE-A096-1905CABA27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4746" y="6410513"/>
            <a:ext cx="326254" cy="201168"/>
          </a:xfrm>
        </p:spPr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3297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31" userDrawn="1">
          <p15:clr>
            <a:srgbClr val="547EBF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 and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380999"/>
            <a:ext cx="11429999" cy="987552"/>
          </a:xfrm>
        </p:spPr>
        <p:txBody>
          <a:bodyPr/>
          <a:lstStyle/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F42700C7-7F8C-8142-B39A-C4519A48B90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80999" y="1371600"/>
            <a:ext cx="5524499" cy="493776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B1D4973F-C5A4-0C42-BA05-26E23A1AE857}"/>
              </a:ext>
            </a:extLst>
          </p:cNvPr>
          <p:cNvSpPr>
            <a:spLocks noGrp="1"/>
          </p:cNvSpPr>
          <p:nvPr>
            <p:ph sz="half" idx="18" hasCustomPrompt="1"/>
          </p:nvPr>
        </p:nvSpPr>
        <p:spPr>
          <a:xfrm>
            <a:off x="6286500" y="1371600"/>
            <a:ext cx="5524499" cy="493776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9BB8772-B000-40EC-8AE7-3AA41499E64B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5459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-subtitle and 2 Headings/Co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380999"/>
            <a:ext cx="11429999" cy="798830"/>
          </a:xfrm>
        </p:spPr>
        <p:txBody>
          <a:bodyPr/>
          <a:lstStyle/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9BBD74-54FD-481F-B3FD-0CE5318F281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81000" y="1949194"/>
            <a:ext cx="552450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Magistral Book" panose="020B0504030204080304" pitchFamily="34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EDE1E44A-D007-46D2-9E20-283025607FF2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6286499" y="1949194"/>
            <a:ext cx="552450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Magistral Book" panose="020B0504030204080304" pitchFamily="34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F42700C7-7F8C-8142-B39A-C4519A48B90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80999" y="2772154"/>
            <a:ext cx="5524499" cy="3101872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B1D4973F-C5A4-0C42-BA05-26E23A1AE857}"/>
              </a:ext>
            </a:extLst>
          </p:cNvPr>
          <p:cNvSpPr>
            <a:spLocks noGrp="1"/>
          </p:cNvSpPr>
          <p:nvPr>
            <p:ph sz="half" idx="18" hasCustomPrompt="1"/>
          </p:nvPr>
        </p:nvSpPr>
        <p:spPr>
          <a:xfrm>
            <a:off x="6286500" y="2772154"/>
            <a:ext cx="5524499" cy="3101872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8A356218-065E-4505-9831-1D032924567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b="1" i="0">
                <a:solidFill>
                  <a:srgbClr val="00B8FF"/>
                </a:solidFill>
                <a:latin typeface="+mn-lt"/>
                <a:ea typeface="Roboto" panose="02000000000000000000" pitchFamily="2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/>
              <a:t>Place subtitle here in Palatino Linotype 20pt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A5F1A8-92F0-48CE-B27D-E2B7EE762F1A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44254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3708" userDrawn="1">
          <p15:clr>
            <a:srgbClr val="C35EA4"/>
          </p15:clr>
        </p15:guide>
        <p15:guide id="4" orient="horz" pos="932" userDrawn="1">
          <p15:clr>
            <a:srgbClr val="547EBF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 and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380999"/>
            <a:ext cx="11429999" cy="793837"/>
          </a:xfrm>
        </p:spPr>
        <p:txBody>
          <a:bodyPr/>
          <a:lstStyle/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9BBD74-54FD-481F-B3FD-0CE5318F281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81000" y="2286000"/>
            <a:ext cx="355600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BA4C27-1C65-4465-A8B1-ACE92701B4D0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81000" y="3108960"/>
            <a:ext cx="3556000" cy="2761488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72341109-26F6-4227-8890-EA8EB1C0EBBA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81000" y="1828800"/>
            <a:ext cx="355600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rgbClr val="00B8FF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65274935-A310-47A1-ACB7-150C9A4CCBD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4318000" y="2286000"/>
            <a:ext cx="355600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DB26F5FE-8482-4C00-99C1-3FC3BEEE82C8}"/>
              </a:ext>
            </a:extLst>
          </p:cNvPr>
          <p:cNvSpPr>
            <a:spLocks noGrp="1"/>
          </p:cNvSpPr>
          <p:nvPr>
            <p:ph sz="half" idx="20" hasCustomPrompt="1"/>
          </p:nvPr>
        </p:nvSpPr>
        <p:spPr>
          <a:xfrm>
            <a:off x="4318000" y="3108960"/>
            <a:ext cx="3556000" cy="2761488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marL="11113" lvl="5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503030202060203" pitchFamily="34" charset="0"/>
              <a:buNone/>
              <a:tabLst/>
            </a:pPr>
            <a:r>
              <a:rPr lang="en-US"/>
              <a:t>Sixth level 12pt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6F91AD4F-1A63-495D-A741-37A4A9D585AA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4318000" y="1828800"/>
            <a:ext cx="355600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rgbClr val="00B8FF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9B33E71D-D540-47A3-B3BA-2FFF7F53FF1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8255000" y="2286000"/>
            <a:ext cx="355600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26" name="Content Placeholder 3">
            <a:extLst>
              <a:ext uri="{FF2B5EF4-FFF2-40B4-BE49-F238E27FC236}">
                <a16:creationId xmlns:a16="http://schemas.microsoft.com/office/drawing/2014/main" id="{CBA38EFA-DE92-462D-AAF3-DE465A478568}"/>
              </a:ext>
            </a:extLst>
          </p:cNvPr>
          <p:cNvSpPr>
            <a:spLocks noGrp="1"/>
          </p:cNvSpPr>
          <p:nvPr>
            <p:ph sz="half" idx="23" hasCustomPrompt="1"/>
          </p:nvPr>
        </p:nvSpPr>
        <p:spPr>
          <a:xfrm>
            <a:off x="8255000" y="3108960"/>
            <a:ext cx="3556000" cy="2761488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marL="11113" lvl="5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503030202060203" pitchFamily="34" charset="0"/>
              <a:buNone/>
              <a:tabLst/>
            </a:pPr>
            <a:r>
              <a:rPr lang="en-US"/>
              <a:t>Sixth level 12pt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93F1B026-22B9-4DC5-B7C8-C26593A206F4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255000" y="1828800"/>
            <a:ext cx="355600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rgbClr val="00B8FF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E974BDB1-DA1D-43EC-81BC-66135DB7B87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b="1" i="0">
                <a:solidFill>
                  <a:srgbClr val="00B8FF"/>
                </a:solidFill>
                <a:latin typeface="+mn-lt"/>
                <a:ea typeface="Roboto" panose="02000000000000000000" pitchFamily="2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/>
              <a:t>Place subtitle here in Palatino Linotype 20pt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7D7C41-6360-43FF-A192-982014655EFE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08990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3703" userDrawn="1">
          <p15:clr>
            <a:srgbClr val="C35EA4"/>
          </p15:clr>
        </p15:guide>
        <p15:guide id="4" orient="horz" pos="932" userDrawn="1">
          <p15:clr>
            <a:srgbClr val="547EBF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 and 4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9BBD74-54FD-481F-B3FD-0CE5318F281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81000" y="2286000"/>
            <a:ext cx="2571749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72341109-26F6-4227-8890-EA8EB1C0EBBA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81000" y="1828800"/>
            <a:ext cx="2571749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rgbClr val="00B8FF"/>
                </a:solidFill>
                <a:latin typeface="+mn-lt"/>
                <a:ea typeface="Roboto" panose="020000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65274935-A310-47A1-ACB7-150C9A4CCBD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3333750" y="2286000"/>
            <a:ext cx="257175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6F91AD4F-1A63-495D-A741-37A4A9D585AA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3333750" y="1828800"/>
            <a:ext cx="257175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rgbClr val="00B8FF"/>
                </a:solidFill>
                <a:latin typeface="+mn-lt"/>
                <a:ea typeface="Roboto" panose="020000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9B33E71D-D540-47A3-B3BA-2FFF7F53FF1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6286500" y="2286000"/>
            <a:ext cx="257175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93F1B026-22B9-4DC5-B7C8-C26593A206F4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6286500" y="1828800"/>
            <a:ext cx="257175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rgbClr val="00B8FF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6973701C-90E3-449B-A44A-0C66B0945601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9239250" y="2286000"/>
            <a:ext cx="257175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D6CB018D-34A3-4417-AE76-9BB3793F0332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9239250" y="1828800"/>
            <a:ext cx="257175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rgbClr val="00B8FF"/>
                </a:solidFill>
                <a:latin typeface="+mn-lt"/>
                <a:ea typeface="Roboto" panose="020000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3BDC2B1A-D3A0-C04B-AEDB-0389C637EF1A}"/>
              </a:ext>
            </a:extLst>
          </p:cNvPr>
          <p:cNvSpPr>
            <a:spLocks noGrp="1"/>
          </p:cNvSpPr>
          <p:nvPr>
            <p:ph sz="half" idx="28" hasCustomPrompt="1"/>
          </p:nvPr>
        </p:nvSpPr>
        <p:spPr>
          <a:xfrm>
            <a:off x="381000" y="3108959"/>
            <a:ext cx="2571749" cy="2761615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40F6CE73-9C88-264F-A7F2-A3D2B2D1938B}"/>
              </a:ext>
            </a:extLst>
          </p:cNvPr>
          <p:cNvSpPr>
            <a:spLocks noGrp="1"/>
          </p:cNvSpPr>
          <p:nvPr>
            <p:ph sz="half" idx="29" hasCustomPrompt="1"/>
          </p:nvPr>
        </p:nvSpPr>
        <p:spPr>
          <a:xfrm>
            <a:off x="3333751" y="3108959"/>
            <a:ext cx="2571749" cy="2761615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28" name="Content Placeholder 3">
            <a:extLst>
              <a:ext uri="{FF2B5EF4-FFF2-40B4-BE49-F238E27FC236}">
                <a16:creationId xmlns:a16="http://schemas.microsoft.com/office/drawing/2014/main" id="{5F289FE6-F2A2-784D-9D31-047C10F04CDF}"/>
              </a:ext>
            </a:extLst>
          </p:cNvPr>
          <p:cNvSpPr>
            <a:spLocks noGrp="1"/>
          </p:cNvSpPr>
          <p:nvPr>
            <p:ph sz="half" idx="30" hasCustomPrompt="1"/>
          </p:nvPr>
        </p:nvSpPr>
        <p:spPr>
          <a:xfrm>
            <a:off x="6286500" y="3145138"/>
            <a:ext cx="2571749" cy="272531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29" name="Content Placeholder 3">
            <a:extLst>
              <a:ext uri="{FF2B5EF4-FFF2-40B4-BE49-F238E27FC236}">
                <a16:creationId xmlns:a16="http://schemas.microsoft.com/office/drawing/2014/main" id="{A079B5C1-1D0F-8F40-A376-4AE3B49D1B5A}"/>
              </a:ext>
            </a:extLst>
          </p:cNvPr>
          <p:cNvSpPr>
            <a:spLocks noGrp="1"/>
          </p:cNvSpPr>
          <p:nvPr>
            <p:ph sz="half" idx="31" hasCustomPrompt="1"/>
          </p:nvPr>
        </p:nvSpPr>
        <p:spPr>
          <a:xfrm>
            <a:off x="9239251" y="3108959"/>
            <a:ext cx="2571749" cy="2761615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26" name="Title 1">
            <a:extLst>
              <a:ext uri="{FF2B5EF4-FFF2-40B4-BE49-F238E27FC236}">
                <a16:creationId xmlns:a16="http://schemas.microsoft.com/office/drawing/2014/main" id="{01BF3E00-F066-4583-A5B1-87DD196667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380999"/>
            <a:ext cx="11429999" cy="793837"/>
          </a:xfrm>
        </p:spPr>
        <p:txBody>
          <a:bodyPr/>
          <a:lstStyle/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30" name="Text Placeholder 3">
            <a:extLst>
              <a:ext uri="{FF2B5EF4-FFF2-40B4-BE49-F238E27FC236}">
                <a16:creationId xmlns:a16="http://schemas.microsoft.com/office/drawing/2014/main" id="{5650FA89-A64B-4802-B6DF-D1844A84300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b="1" i="0">
                <a:solidFill>
                  <a:srgbClr val="00B8FF"/>
                </a:solidFill>
                <a:latin typeface="+mn-lt"/>
                <a:ea typeface="Roboto" panose="02000000000000000000" pitchFamily="2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/>
              <a:t>Place subtitle here in Palatino Linotype 20pt</a:t>
            </a:r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D5B1DD8-C71C-4D65-A58A-0A9A86DCED84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0464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3698" userDrawn="1">
          <p15:clr>
            <a:srgbClr val="C35EA4"/>
          </p15:clr>
        </p15:guide>
        <p15:guide id="4" orient="horz" pos="932" userDrawn="1">
          <p15:clr>
            <a:srgbClr val="547EBF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hort Headline and Im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7AA6D93-92FF-400D-8AF3-C5AC33611540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6096000" y="1"/>
            <a:ext cx="6096000" cy="6857999"/>
          </a:xfrm>
          <a:solidFill>
            <a:schemeClr val="bg1">
              <a:lumMod val="95000"/>
            </a:schemeClr>
          </a:solidFill>
        </p:spPr>
        <p:txBody>
          <a:bodyPr tIns="548640" anchor="t"/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lang="en-US" sz="14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Drag picture to placeholder or click icon to add, then ‘Send to Back’</a:t>
            </a:r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1BB929FF-38D9-4792-A56F-C1810627FF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5334000" cy="2667000"/>
          </a:xfrm>
        </p:spPr>
        <p:txBody>
          <a:bodyPr anchor="b"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4796047A-AB81-403A-B649-52C6F7827EC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81000" y="3267634"/>
            <a:ext cx="5330952" cy="3044265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1800" b="1" i="0">
                <a:solidFill>
                  <a:srgbClr val="00B8FF"/>
                </a:solidFill>
                <a:latin typeface="+mn-lt"/>
                <a:ea typeface="Roboto" panose="02000000000000000000" pitchFamily="2" charset="0"/>
              </a:defRPr>
            </a:lvl1pPr>
            <a:lvl2pPr marL="228600" indent="-228600">
              <a:buFont typeface="Arial" panose="020B0604020202020204" pitchFamily="34" charset="0"/>
              <a:buChar char="•"/>
              <a:defRPr sz="1800">
                <a:latin typeface="+mn-lt"/>
              </a:defRPr>
            </a:lvl2pPr>
            <a:lvl3pPr marL="457200">
              <a:buFont typeface="Arial" panose="020B0503030202060203" pitchFamily="34" charset="0"/>
              <a:buChar char="–"/>
              <a:defRPr sz="1800">
                <a:latin typeface="+mn-lt"/>
              </a:defRPr>
            </a:lvl3pPr>
            <a:lvl4pPr marL="685800">
              <a:buFont typeface="Arial" panose="020B0604020202020204" pitchFamily="34" charset="0"/>
              <a:buChar char="•"/>
              <a:defRPr sz="1600">
                <a:latin typeface="+mn-lt"/>
              </a:defRPr>
            </a:lvl4pPr>
            <a:lvl5pPr marL="914400">
              <a:buFont typeface="Arial" panose="020B0503030202060203" pitchFamily="34" charset="0"/>
              <a:buChar char="–"/>
              <a:defRPr sz="1600">
                <a:latin typeface="+mn-lt"/>
              </a:defRPr>
            </a:lvl5pPr>
          </a:lstStyle>
          <a:p>
            <a:pPr marL="0" marR="0" lvl="0" indent="0" algn="l" defTabSz="2286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Place sub-headline here </a:t>
            </a:r>
            <a:r>
              <a:rPr lang="en-GB"/>
              <a:t>in Palatino Linotype 24pt</a:t>
            </a:r>
            <a:r>
              <a:rPr lang="en-US"/>
              <a:t>, indent for other levels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bullet 18pt</a:t>
            </a:r>
          </a:p>
          <a:p>
            <a:pPr lvl="3"/>
            <a:r>
              <a:rPr lang="en-US"/>
              <a:t>Fourth level bullet 16pt</a:t>
            </a:r>
          </a:p>
          <a:p>
            <a:pPr lvl="4"/>
            <a:r>
              <a:rPr lang="en-US"/>
              <a:t>Fifth level bullet 16pt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6A2778-1AEF-4134-970E-9AB430A5206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Graphic 6">
            <a:extLst>
              <a:ext uri="{FF2B5EF4-FFF2-40B4-BE49-F238E27FC236}">
                <a16:creationId xmlns:a16="http://schemas.microsoft.com/office/drawing/2014/main" id="{F58BCB71-EB25-3971-95D4-5DD86844A0B6}"/>
              </a:ext>
            </a:extLst>
          </p:cNvPr>
          <p:cNvSpPr/>
          <p:nvPr userDrawn="1"/>
        </p:nvSpPr>
        <p:spPr>
          <a:xfrm>
            <a:off x="381000" y="6375322"/>
            <a:ext cx="181969" cy="201168"/>
          </a:xfrm>
          <a:custGeom>
            <a:avLst/>
            <a:gdLst>
              <a:gd name="connsiteX0" fmla="*/ 1007031 w 1088192"/>
              <a:gd name="connsiteY0" fmla="*/ 1203008 h 1203007"/>
              <a:gd name="connsiteX1" fmla="*/ 597904 w 1088192"/>
              <a:gd name="connsiteY1" fmla="*/ 1203008 h 1203007"/>
              <a:gd name="connsiteX2" fmla="*/ 0 w 1088192"/>
              <a:gd name="connsiteY2" fmla="*/ 600647 h 1203007"/>
              <a:gd name="connsiteX3" fmla="*/ 597904 w 1088192"/>
              <a:gd name="connsiteY3" fmla="*/ 0 h 1203007"/>
              <a:gd name="connsiteX4" fmla="*/ 1007031 w 1088192"/>
              <a:gd name="connsiteY4" fmla="*/ 0 h 1203007"/>
              <a:gd name="connsiteX5" fmla="*/ 1088193 w 1088192"/>
              <a:gd name="connsiteY5" fmla="*/ 81534 h 1203007"/>
              <a:gd name="connsiteX6" fmla="*/ 1088193 w 1088192"/>
              <a:gd name="connsiteY6" fmla="*/ 219647 h 1203007"/>
              <a:gd name="connsiteX7" fmla="*/ 1007031 w 1088192"/>
              <a:gd name="connsiteY7" fmla="*/ 301181 h 1203007"/>
              <a:gd name="connsiteX8" fmla="*/ 298099 w 1088192"/>
              <a:gd name="connsiteY8" fmla="*/ 301181 h 1203007"/>
              <a:gd name="connsiteX9" fmla="*/ 245097 w 1088192"/>
              <a:gd name="connsiteY9" fmla="*/ 356045 h 1203007"/>
              <a:gd name="connsiteX10" fmla="*/ 255053 w 1088192"/>
              <a:gd name="connsiteY10" fmla="*/ 387668 h 1203007"/>
              <a:gd name="connsiteX11" fmla="*/ 632701 w 1088192"/>
              <a:gd name="connsiteY11" fmla="*/ 1066514 h 1203007"/>
              <a:gd name="connsiteX12" fmla="*/ 679066 w 1088192"/>
              <a:gd name="connsiteY12" fmla="*/ 1093184 h 1203007"/>
              <a:gd name="connsiteX13" fmla="*/ 735386 w 1088192"/>
              <a:gd name="connsiteY13" fmla="*/ 1038320 h 1203007"/>
              <a:gd name="connsiteX14" fmla="*/ 735386 w 1088192"/>
              <a:gd name="connsiteY14" fmla="*/ 628936 h 1203007"/>
              <a:gd name="connsiteX15" fmla="*/ 816547 w 1088192"/>
              <a:gd name="connsiteY15" fmla="*/ 547402 h 1203007"/>
              <a:gd name="connsiteX16" fmla="*/ 1007031 w 1088192"/>
              <a:gd name="connsiteY16" fmla="*/ 547402 h 1203007"/>
              <a:gd name="connsiteX17" fmla="*/ 1088193 w 1088192"/>
              <a:gd name="connsiteY17" fmla="*/ 628936 h 1203007"/>
              <a:gd name="connsiteX18" fmla="*/ 1088193 w 1088192"/>
              <a:gd name="connsiteY18" fmla="*/ 1119759 h 1203007"/>
              <a:gd name="connsiteX19" fmla="*/ 1007031 w 1088192"/>
              <a:gd name="connsiteY19" fmla="*/ 1203008 h 1203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088192" h="1203007">
                <a:moveTo>
                  <a:pt x="1007031" y="1203008"/>
                </a:moveTo>
                <a:lnTo>
                  <a:pt x="597904" y="1203008"/>
                </a:lnTo>
                <a:cubicBezTo>
                  <a:pt x="266620" y="1203008"/>
                  <a:pt x="0" y="933450"/>
                  <a:pt x="0" y="600647"/>
                </a:cubicBezTo>
                <a:cubicBezTo>
                  <a:pt x="0" y="269557"/>
                  <a:pt x="266715" y="0"/>
                  <a:pt x="597904" y="0"/>
                </a:cubicBezTo>
                <a:lnTo>
                  <a:pt x="1007031" y="0"/>
                </a:lnTo>
                <a:cubicBezTo>
                  <a:pt x="1051784" y="0"/>
                  <a:pt x="1088193" y="36576"/>
                  <a:pt x="1088193" y="81534"/>
                </a:cubicBezTo>
                <a:lnTo>
                  <a:pt x="1088193" y="219647"/>
                </a:lnTo>
                <a:cubicBezTo>
                  <a:pt x="1088193" y="264605"/>
                  <a:pt x="1051784" y="301181"/>
                  <a:pt x="1007031" y="301181"/>
                </a:cubicBezTo>
                <a:lnTo>
                  <a:pt x="298099" y="301181"/>
                </a:lnTo>
                <a:cubicBezTo>
                  <a:pt x="268232" y="301181"/>
                  <a:pt x="245097" y="326136"/>
                  <a:pt x="245097" y="356045"/>
                </a:cubicBezTo>
                <a:cubicBezTo>
                  <a:pt x="245097" y="367665"/>
                  <a:pt x="248416" y="379286"/>
                  <a:pt x="255053" y="387668"/>
                </a:cubicBezTo>
                <a:lnTo>
                  <a:pt x="632701" y="1066514"/>
                </a:lnTo>
                <a:cubicBezTo>
                  <a:pt x="640950" y="1083183"/>
                  <a:pt x="659249" y="1093184"/>
                  <a:pt x="679066" y="1093184"/>
                </a:cubicBezTo>
                <a:cubicBezTo>
                  <a:pt x="708932" y="1093184"/>
                  <a:pt x="735386" y="1068229"/>
                  <a:pt x="735386" y="1038320"/>
                </a:cubicBezTo>
                <a:lnTo>
                  <a:pt x="735386" y="628936"/>
                </a:lnTo>
                <a:cubicBezTo>
                  <a:pt x="735386" y="583978"/>
                  <a:pt x="771795" y="547402"/>
                  <a:pt x="816547" y="547402"/>
                </a:cubicBezTo>
                <a:lnTo>
                  <a:pt x="1007031" y="547402"/>
                </a:lnTo>
                <a:cubicBezTo>
                  <a:pt x="1051784" y="547402"/>
                  <a:pt x="1088193" y="583978"/>
                  <a:pt x="1088193" y="628936"/>
                </a:cubicBezTo>
                <a:lnTo>
                  <a:pt x="1088193" y="1119759"/>
                </a:lnTo>
                <a:cubicBezTo>
                  <a:pt x="1088193" y="1164717"/>
                  <a:pt x="1051784" y="1203008"/>
                  <a:pt x="1007031" y="1203008"/>
                </a:cubicBezTo>
                <a:close/>
              </a:path>
            </a:pathLst>
          </a:custGeom>
          <a:solidFill>
            <a:srgbClr val="969696"/>
          </a:solidFill>
          <a:ln w="946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44059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8">
            <a:extLst>
              <a:ext uri="{FF2B5EF4-FFF2-40B4-BE49-F238E27FC236}">
                <a16:creationId xmlns:a16="http://schemas.microsoft.com/office/drawing/2014/main" id="{3996D868-07E7-4C6F-B00B-4026C634BAE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6858001" y="744434"/>
            <a:ext cx="4190998" cy="4976446"/>
          </a:xfrm>
          <a:solidFill>
            <a:schemeClr val="bg1">
              <a:lumMod val="95000"/>
            </a:schemeClr>
          </a:solidFill>
          <a:effectLst/>
        </p:spPr>
        <p:txBody>
          <a:bodyPr tIns="274320" bIns="274320" anchor="t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3000" y="1593669"/>
            <a:ext cx="4952999" cy="3277976"/>
          </a:xfrm>
        </p:spPr>
        <p:txBody>
          <a:bodyPr anchor="ctr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Place quote or key message here 54pt</a:t>
            </a:r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2D868995-C37B-451B-AE1C-89DE71F213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 defTabSz="228600">
              <a:spcAft>
                <a:spcPts val="1200"/>
              </a:spcAft>
              <a:defRPr/>
            </a:pPr>
            <a:r>
              <a:rPr lang="en-GB"/>
              <a:t>Copyright © 2022 Accenture. All rights reserved.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A06E6C-6576-4BA5-948F-BD9FE24FA052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191867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Key Message Gradient Dark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4D9B0E-55A4-43D3-A4B6-225FAA7538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67840" y="2015925"/>
            <a:ext cx="8656320" cy="2826150"/>
          </a:xfrm>
        </p:spPr>
        <p:txBody>
          <a:bodyPr anchor="ctr"/>
          <a:lstStyle>
            <a:lvl1pPr algn="ctr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Place key message here 54pt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31A683-09B8-4B7C-917B-D192D06BBAE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Graphic 6">
            <a:extLst>
              <a:ext uri="{FF2B5EF4-FFF2-40B4-BE49-F238E27FC236}">
                <a16:creationId xmlns:a16="http://schemas.microsoft.com/office/drawing/2014/main" id="{2FBDB5B9-22EB-555B-FB03-DF95D6AD688A}"/>
              </a:ext>
            </a:extLst>
          </p:cNvPr>
          <p:cNvSpPr/>
          <p:nvPr userDrawn="1"/>
        </p:nvSpPr>
        <p:spPr>
          <a:xfrm>
            <a:off x="381000" y="6375322"/>
            <a:ext cx="181969" cy="201168"/>
          </a:xfrm>
          <a:custGeom>
            <a:avLst/>
            <a:gdLst>
              <a:gd name="connsiteX0" fmla="*/ 1007031 w 1088192"/>
              <a:gd name="connsiteY0" fmla="*/ 1203008 h 1203007"/>
              <a:gd name="connsiteX1" fmla="*/ 597904 w 1088192"/>
              <a:gd name="connsiteY1" fmla="*/ 1203008 h 1203007"/>
              <a:gd name="connsiteX2" fmla="*/ 0 w 1088192"/>
              <a:gd name="connsiteY2" fmla="*/ 600647 h 1203007"/>
              <a:gd name="connsiteX3" fmla="*/ 597904 w 1088192"/>
              <a:gd name="connsiteY3" fmla="*/ 0 h 1203007"/>
              <a:gd name="connsiteX4" fmla="*/ 1007031 w 1088192"/>
              <a:gd name="connsiteY4" fmla="*/ 0 h 1203007"/>
              <a:gd name="connsiteX5" fmla="*/ 1088193 w 1088192"/>
              <a:gd name="connsiteY5" fmla="*/ 81534 h 1203007"/>
              <a:gd name="connsiteX6" fmla="*/ 1088193 w 1088192"/>
              <a:gd name="connsiteY6" fmla="*/ 219647 h 1203007"/>
              <a:gd name="connsiteX7" fmla="*/ 1007031 w 1088192"/>
              <a:gd name="connsiteY7" fmla="*/ 301181 h 1203007"/>
              <a:gd name="connsiteX8" fmla="*/ 298099 w 1088192"/>
              <a:gd name="connsiteY8" fmla="*/ 301181 h 1203007"/>
              <a:gd name="connsiteX9" fmla="*/ 245097 w 1088192"/>
              <a:gd name="connsiteY9" fmla="*/ 356045 h 1203007"/>
              <a:gd name="connsiteX10" fmla="*/ 255053 w 1088192"/>
              <a:gd name="connsiteY10" fmla="*/ 387668 h 1203007"/>
              <a:gd name="connsiteX11" fmla="*/ 632701 w 1088192"/>
              <a:gd name="connsiteY11" fmla="*/ 1066514 h 1203007"/>
              <a:gd name="connsiteX12" fmla="*/ 679066 w 1088192"/>
              <a:gd name="connsiteY12" fmla="*/ 1093184 h 1203007"/>
              <a:gd name="connsiteX13" fmla="*/ 735386 w 1088192"/>
              <a:gd name="connsiteY13" fmla="*/ 1038320 h 1203007"/>
              <a:gd name="connsiteX14" fmla="*/ 735386 w 1088192"/>
              <a:gd name="connsiteY14" fmla="*/ 628936 h 1203007"/>
              <a:gd name="connsiteX15" fmla="*/ 816547 w 1088192"/>
              <a:gd name="connsiteY15" fmla="*/ 547402 h 1203007"/>
              <a:gd name="connsiteX16" fmla="*/ 1007031 w 1088192"/>
              <a:gd name="connsiteY16" fmla="*/ 547402 h 1203007"/>
              <a:gd name="connsiteX17" fmla="*/ 1088193 w 1088192"/>
              <a:gd name="connsiteY17" fmla="*/ 628936 h 1203007"/>
              <a:gd name="connsiteX18" fmla="*/ 1088193 w 1088192"/>
              <a:gd name="connsiteY18" fmla="*/ 1119759 h 1203007"/>
              <a:gd name="connsiteX19" fmla="*/ 1007031 w 1088192"/>
              <a:gd name="connsiteY19" fmla="*/ 1203008 h 1203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088192" h="1203007">
                <a:moveTo>
                  <a:pt x="1007031" y="1203008"/>
                </a:moveTo>
                <a:lnTo>
                  <a:pt x="597904" y="1203008"/>
                </a:lnTo>
                <a:cubicBezTo>
                  <a:pt x="266620" y="1203008"/>
                  <a:pt x="0" y="933450"/>
                  <a:pt x="0" y="600647"/>
                </a:cubicBezTo>
                <a:cubicBezTo>
                  <a:pt x="0" y="269557"/>
                  <a:pt x="266715" y="0"/>
                  <a:pt x="597904" y="0"/>
                </a:cubicBezTo>
                <a:lnTo>
                  <a:pt x="1007031" y="0"/>
                </a:lnTo>
                <a:cubicBezTo>
                  <a:pt x="1051784" y="0"/>
                  <a:pt x="1088193" y="36576"/>
                  <a:pt x="1088193" y="81534"/>
                </a:cubicBezTo>
                <a:lnTo>
                  <a:pt x="1088193" y="219647"/>
                </a:lnTo>
                <a:cubicBezTo>
                  <a:pt x="1088193" y="264605"/>
                  <a:pt x="1051784" y="301181"/>
                  <a:pt x="1007031" y="301181"/>
                </a:cubicBezTo>
                <a:lnTo>
                  <a:pt x="298099" y="301181"/>
                </a:lnTo>
                <a:cubicBezTo>
                  <a:pt x="268232" y="301181"/>
                  <a:pt x="245097" y="326136"/>
                  <a:pt x="245097" y="356045"/>
                </a:cubicBezTo>
                <a:cubicBezTo>
                  <a:pt x="245097" y="367665"/>
                  <a:pt x="248416" y="379286"/>
                  <a:pt x="255053" y="387668"/>
                </a:cubicBezTo>
                <a:lnTo>
                  <a:pt x="632701" y="1066514"/>
                </a:lnTo>
                <a:cubicBezTo>
                  <a:pt x="640950" y="1083183"/>
                  <a:pt x="659249" y="1093184"/>
                  <a:pt x="679066" y="1093184"/>
                </a:cubicBezTo>
                <a:cubicBezTo>
                  <a:pt x="708932" y="1093184"/>
                  <a:pt x="735386" y="1068229"/>
                  <a:pt x="735386" y="1038320"/>
                </a:cubicBezTo>
                <a:lnTo>
                  <a:pt x="735386" y="628936"/>
                </a:lnTo>
                <a:cubicBezTo>
                  <a:pt x="735386" y="583978"/>
                  <a:pt x="771795" y="547402"/>
                  <a:pt x="816547" y="547402"/>
                </a:cubicBezTo>
                <a:lnTo>
                  <a:pt x="1007031" y="547402"/>
                </a:lnTo>
                <a:cubicBezTo>
                  <a:pt x="1051784" y="547402"/>
                  <a:pt x="1088193" y="583978"/>
                  <a:pt x="1088193" y="628936"/>
                </a:cubicBezTo>
                <a:lnTo>
                  <a:pt x="1088193" y="1119759"/>
                </a:lnTo>
                <a:cubicBezTo>
                  <a:pt x="1088193" y="1164717"/>
                  <a:pt x="1051784" y="1203008"/>
                  <a:pt x="1007031" y="1203008"/>
                </a:cubicBezTo>
                <a:close/>
              </a:path>
            </a:pathLst>
          </a:custGeom>
          <a:solidFill>
            <a:srgbClr val="969696"/>
          </a:solidFill>
          <a:ln w="946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742806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38546ADE-103C-4652-A344-9C0C8C49EC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800100"/>
          </a:xfrm>
        </p:spPr>
        <p:txBody>
          <a:bodyPr/>
          <a:lstStyle>
            <a:lvl1pPr>
              <a:defRPr sz="3600">
                <a:latin typeface="+mj-lt"/>
              </a:defRPr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20A237C-DB73-401B-BD5B-B8B91332335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73507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-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8001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385C65-6BFC-4F61-A214-71B69537BB4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b="1" i="0">
                <a:solidFill>
                  <a:srgbClr val="00B8FF"/>
                </a:solidFill>
                <a:latin typeface="+mn-lt"/>
                <a:ea typeface="Roboto" panose="02000000000000000000" pitchFamily="2" charset="0"/>
              </a:defRPr>
            </a:lvl1pPr>
          </a:lstStyle>
          <a:p>
            <a:pPr lvl="0"/>
            <a:r>
              <a:rPr lang="en-GB"/>
              <a:t>Place subtitle here in Palatino Linotype 20pt</a:t>
            </a:r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F7CFBA7-F1B1-4FF3-932C-7525FBDA5B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2305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32" userDrawn="1">
          <p15:clr>
            <a:srgbClr val="547EBF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F030600-A2B3-4AAD-808D-56DA9B77330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381648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Long Headline and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380999"/>
            <a:ext cx="11429999" cy="793837"/>
          </a:xfrm>
        </p:spPr>
        <p:txBody>
          <a:bodyPr/>
          <a:lstStyle>
            <a:lvl1pPr>
              <a:defRPr b="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72341109-26F6-4227-8890-EA8EB1C0EBBA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81000" y="2238064"/>
            <a:ext cx="3556000" cy="618257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</a:t>
            </a:r>
            <a:r>
              <a:rPr lang="en-GB"/>
              <a:t>subtitle</a:t>
            </a:r>
            <a:r>
              <a:rPr lang="en-US"/>
              <a:t> here in </a:t>
            </a:r>
            <a:br>
              <a:rPr lang="en-US"/>
            </a:br>
            <a:r>
              <a:rPr lang="en-GB"/>
              <a:t>Roboto Bold 18pt</a:t>
            </a:r>
            <a:endParaRPr lang="en-US"/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6F91AD4F-1A63-495D-A741-37A4A9D585AA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4318000" y="2238064"/>
            <a:ext cx="3556000" cy="618257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</a:t>
            </a:r>
            <a:r>
              <a:rPr lang="en-GB"/>
              <a:t>subtitle</a:t>
            </a:r>
            <a:r>
              <a:rPr lang="en-US"/>
              <a:t> here in </a:t>
            </a:r>
            <a:br>
              <a:rPr lang="en-US"/>
            </a:br>
            <a:r>
              <a:rPr lang="en-GB"/>
              <a:t>Roboto Bold 18pt</a:t>
            </a:r>
            <a:endParaRPr lang="en-US"/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93F1B026-22B9-4DC5-B7C8-C26593A206F4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255000" y="2238064"/>
            <a:ext cx="3556000" cy="618257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</a:t>
            </a:r>
            <a:r>
              <a:rPr lang="en-GB"/>
              <a:t>subtitle</a:t>
            </a:r>
            <a:r>
              <a:rPr lang="en-US"/>
              <a:t> here in </a:t>
            </a:r>
            <a:br>
              <a:rPr lang="en-US"/>
            </a:br>
            <a:r>
              <a:rPr lang="en-GB"/>
              <a:t>Roboto Bold 18pt</a:t>
            </a:r>
            <a:endParaRPr lang="en-US"/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E974BDB1-DA1D-43EC-81BC-66135DB7B87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b="1" i="0">
                <a:solidFill>
                  <a:srgbClr val="00B8FF"/>
                </a:solidFill>
                <a:latin typeface="+mn-lt"/>
                <a:ea typeface="Roboto" panose="02000000000000000000" pitchFamily="2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/>
              <a:t>Place subtitle here in Roboto Bold 20pt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7D7C41-6360-43FF-A192-982014655EFE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Picture Placeholder 22">
            <a:extLst>
              <a:ext uri="{FF2B5EF4-FFF2-40B4-BE49-F238E27FC236}">
                <a16:creationId xmlns:a16="http://schemas.microsoft.com/office/drawing/2014/main" id="{42FED7FF-2FE3-C8D7-2063-6BAF370FEA73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380999" y="3002311"/>
            <a:ext cx="3556000" cy="1569689"/>
          </a:xfrm>
        </p:spPr>
        <p:txBody>
          <a:bodyPr wrap="none">
            <a:norm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Place partner logo here</a:t>
            </a:r>
          </a:p>
        </p:txBody>
      </p:sp>
      <p:sp>
        <p:nvSpPr>
          <p:cNvPr id="10" name="Picture Placeholder 22">
            <a:extLst>
              <a:ext uri="{FF2B5EF4-FFF2-40B4-BE49-F238E27FC236}">
                <a16:creationId xmlns:a16="http://schemas.microsoft.com/office/drawing/2014/main" id="{7D45E0EF-E643-58C5-3C1C-4A2AF4CF2F8F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>
          <a:xfrm>
            <a:off x="4318000" y="3002311"/>
            <a:ext cx="3556000" cy="1569689"/>
          </a:xfrm>
        </p:spPr>
        <p:txBody>
          <a:bodyPr>
            <a:normAutofit/>
          </a:bodyPr>
          <a:lstStyle>
            <a:lvl1pPr marL="0" marR="0" indent="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lvl1pPr>
          </a:lstStyle>
          <a:p>
            <a:pPr marL="0" marR="0" lvl="0" indent="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Place partner logo here</a:t>
            </a:r>
          </a:p>
          <a:p>
            <a:endParaRPr lang="en-US"/>
          </a:p>
        </p:txBody>
      </p:sp>
      <p:sp>
        <p:nvSpPr>
          <p:cNvPr id="11" name="Picture Placeholder 22">
            <a:extLst>
              <a:ext uri="{FF2B5EF4-FFF2-40B4-BE49-F238E27FC236}">
                <a16:creationId xmlns:a16="http://schemas.microsoft.com/office/drawing/2014/main" id="{9FAF6C03-3218-7102-45A0-EF78FCF6353B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255000" y="3002311"/>
            <a:ext cx="3556000" cy="1569689"/>
          </a:xfrm>
        </p:spPr>
        <p:txBody>
          <a:bodyPr>
            <a:normAutofit/>
          </a:bodyPr>
          <a:lstStyle>
            <a:lvl1pPr marL="0" marR="0" indent="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lvl1pPr>
          </a:lstStyle>
          <a:p>
            <a:pPr marL="0" marR="0" lvl="0" indent="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Place partner logo here</a:t>
            </a:r>
          </a:p>
          <a:p>
            <a:endParaRPr lang="en-US"/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0F77875F-C301-4556-CF9B-75CE98AF20A4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81000" y="4712306"/>
            <a:ext cx="3556000" cy="1184360"/>
          </a:xfrm>
          <a:noFill/>
        </p:spPr>
        <p:txBody>
          <a:bodyPr lIns="0" tIns="0" rIns="0" bIns="0"/>
          <a:lstStyle>
            <a:lvl1pPr marL="0" indent="0">
              <a:spcAft>
                <a:spcPts val="600"/>
              </a:spcAft>
              <a:buNone/>
              <a:defRPr sz="1400">
                <a:solidFill>
                  <a:schemeClr val="tx2"/>
                </a:solidFill>
              </a:defRPr>
            </a:lvl1pPr>
            <a:lvl2pPr marL="228600" indent="0">
              <a:spcAft>
                <a:spcPts val="600"/>
              </a:spcAft>
              <a:buNone/>
              <a:defRPr sz="1400">
                <a:solidFill>
                  <a:schemeClr val="tx2"/>
                </a:solidFill>
              </a:defRPr>
            </a:lvl2pPr>
            <a:lvl3pPr marL="457200" indent="0">
              <a:spcAft>
                <a:spcPts val="600"/>
              </a:spcAft>
              <a:buNone/>
              <a:defRPr sz="1400">
                <a:solidFill>
                  <a:schemeClr val="tx2"/>
                </a:solidFill>
              </a:defRPr>
            </a:lvl3pPr>
            <a:lvl4pPr marL="685800" indent="0">
              <a:spcAft>
                <a:spcPts val="600"/>
              </a:spcAft>
              <a:buNone/>
              <a:defRPr sz="1400">
                <a:solidFill>
                  <a:schemeClr val="tx2"/>
                </a:solidFill>
              </a:defRPr>
            </a:lvl4pPr>
            <a:lvl5pPr marL="914400" indent="0">
              <a:spcAft>
                <a:spcPts val="600"/>
              </a:spcAft>
              <a:buNone/>
              <a:defRPr sz="1400">
                <a:solidFill>
                  <a:schemeClr val="tx2"/>
                </a:solidFill>
              </a:defRPr>
            </a:lvl5pPr>
            <a:lvl6pPr marL="11113" indent="0">
              <a:buFont typeface="Arial" panose="020B0604020202020204" pitchFamily="34" charset="0"/>
              <a:buNone/>
              <a:defRPr sz="1400">
                <a:solidFill>
                  <a:schemeClr val="tx2"/>
                </a:solidFill>
              </a:defRPr>
            </a:lvl6pPr>
          </a:lstStyle>
          <a:p>
            <a:pPr lvl="0"/>
            <a:r>
              <a:rPr lang="en-US"/>
              <a:t>Place text here 14pt</a:t>
            </a:r>
          </a:p>
        </p:txBody>
      </p:sp>
      <p:sp>
        <p:nvSpPr>
          <p:cNvPr id="14" name="Content Placeholder 3">
            <a:extLst>
              <a:ext uri="{FF2B5EF4-FFF2-40B4-BE49-F238E27FC236}">
                <a16:creationId xmlns:a16="http://schemas.microsoft.com/office/drawing/2014/main" id="{0381D5DD-2FC4-DF96-4662-884AA8EBBE29}"/>
              </a:ext>
            </a:extLst>
          </p:cNvPr>
          <p:cNvSpPr>
            <a:spLocks noGrp="1"/>
          </p:cNvSpPr>
          <p:nvPr>
            <p:ph sz="half" idx="20" hasCustomPrompt="1"/>
          </p:nvPr>
        </p:nvSpPr>
        <p:spPr>
          <a:xfrm>
            <a:off x="4318000" y="4712306"/>
            <a:ext cx="3556000" cy="1184360"/>
          </a:xfrm>
          <a:noFill/>
        </p:spPr>
        <p:txBody>
          <a:bodyPr lIns="0" tIns="0" rIns="0" bIns="0"/>
          <a:lstStyle>
            <a:lvl1pPr marL="0" indent="0">
              <a:spcAft>
                <a:spcPts val="600"/>
              </a:spcAft>
              <a:buNone/>
              <a:defRPr sz="1400">
                <a:solidFill>
                  <a:schemeClr val="tx2"/>
                </a:solidFill>
              </a:defRPr>
            </a:lvl1pPr>
            <a:lvl2pPr marL="228600" indent="0">
              <a:spcAft>
                <a:spcPts val="600"/>
              </a:spcAft>
              <a:buNone/>
              <a:defRPr sz="1400">
                <a:solidFill>
                  <a:schemeClr val="tx2"/>
                </a:solidFill>
              </a:defRPr>
            </a:lvl2pPr>
            <a:lvl3pPr marL="457200" indent="0">
              <a:spcAft>
                <a:spcPts val="600"/>
              </a:spcAft>
              <a:buNone/>
              <a:defRPr sz="1400">
                <a:solidFill>
                  <a:schemeClr val="tx2"/>
                </a:solidFill>
              </a:defRPr>
            </a:lvl3pPr>
            <a:lvl4pPr marL="685800" indent="0">
              <a:spcAft>
                <a:spcPts val="600"/>
              </a:spcAft>
              <a:buNone/>
              <a:defRPr sz="1400">
                <a:solidFill>
                  <a:schemeClr val="tx2"/>
                </a:solidFill>
              </a:defRPr>
            </a:lvl4pPr>
            <a:lvl5pPr marL="914400" indent="0">
              <a:spcAft>
                <a:spcPts val="600"/>
              </a:spcAft>
              <a:buNone/>
              <a:defRPr sz="1400">
                <a:solidFill>
                  <a:schemeClr val="tx2"/>
                </a:solidFill>
              </a:defRPr>
            </a:lvl5pPr>
            <a:lvl6pPr marL="11113" indent="0">
              <a:buFont typeface="Arial" panose="020B0604020202020204" pitchFamily="34" charset="0"/>
              <a:buNone/>
              <a:defRPr lang="en-US" sz="14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</a:lstStyle>
          <a:p>
            <a:pPr lvl="0"/>
            <a:r>
              <a:rPr lang="en-US"/>
              <a:t>Place text here 14pt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BCE1F09A-2BC0-4C33-36AD-9C49E4D77534}"/>
              </a:ext>
            </a:extLst>
          </p:cNvPr>
          <p:cNvSpPr>
            <a:spLocks noGrp="1"/>
          </p:cNvSpPr>
          <p:nvPr>
            <p:ph sz="half" idx="23" hasCustomPrompt="1"/>
          </p:nvPr>
        </p:nvSpPr>
        <p:spPr>
          <a:xfrm>
            <a:off x="8255000" y="4712306"/>
            <a:ext cx="3556000" cy="1184360"/>
          </a:xfrm>
          <a:noFill/>
        </p:spPr>
        <p:txBody>
          <a:bodyPr lIns="0" tIns="0" rIns="0" bIns="0"/>
          <a:lstStyle>
            <a:lvl1pPr marL="0" indent="0">
              <a:spcAft>
                <a:spcPts val="600"/>
              </a:spcAft>
              <a:buNone/>
              <a:defRPr sz="1400">
                <a:solidFill>
                  <a:schemeClr val="tx2"/>
                </a:solidFill>
              </a:defRPr>
            </a:lvl1pPr>
            <a:lvl2pPr marL="228600" indent="0">
              <a:spcAft>
                <a:spcPts val="600"/>
              </a:spcAft>
              <a:buNone/>
              <a:defRPr sz="1400">
                <a:solidFill>
                  <a:schemeClr val="tx2"/>
                </a:solidFill>
              </a:defRPr>
            </a:lvl2pPr>
            <a:lvl3pPr marL="457200" indent="0">
              <a:spcAft>
                <a:spcPts val="600"/>
              </a:spcAft>
              <a:buNone/>
              <a:defRPr sz="1400">
                <a:solidFill>
                  <a:schemeClr val="tx2"/>
                </a:solidFill>
              </a:defRPr>
            </a:lvl3pPr>
            <a:lvl4pPr marL="685800" indent="0">
              <a:spcAft>
                <a:spcPts val="600"/>
              </a:spcAft>
              <a:buNone/>
              <a:defRPr sz="1400">
                <a:solidFill>
                  <a:schemeClr val="tx2"/>
                </a:solidFill>
              </a:defRPr>
            </a:lvl4pPr>
            <a:lvl5pPr marL="914400" indent="0">
              <a:spcAft>
                <a:spcPts val="600"/>
              </a:spcAft>
              <a:buNone/>
              <a:defRPr sz="1400">
                <a:solidFill>
                  <a:schemeClr val="tx2"/>
                </a:solidFill>
              </a:defRPr>
            </a:lvl5pPr>
            <a:lvl6pPr marL="11113" indent="0">
              <a:buFont typeface="Arial" panose="020B0604020202020204" pitchFamily="34" charset="0"/>
              <a:buNone/>
              <a:defRPr lang="en-US" sz="14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</a:lstStyle>
          <a:p>
            <a:pPr lvl="0"/>
            <a:r>
              <a:rPr lang="en-US"/>
              <a:t>Place text here 14pt</a:t>
            </a:r>
          </a:p>
        </p:txBody>
      </p:sp>
    </p:spTree>
    <p:extLst>
      <p:ext uri="{BB962C8B-B14F-4D97-AF65-F5344CB8AC3E}">
        <p14:creationId xmlns:p14="http://schemas.microsoft.com/office/powerpoint/2010/main" val="4121083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3703">
          <p15:clr>
            <a:srgbClr val="C35EA4"/>
          </p15:clr>
        </p15:guide>
        <p15:guide id="4" orient="horz" pos="932">
          <p15:clr>
            <a:srgbClr val="547EBF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Divider - Numbered, Gradient Mid Purple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79675E5-DB51-72B6-3F7A-971012666A43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bg1">
                  <a:alpha val="52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n-US" err="1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F917C65-E748-212B-7234-84AB4B3BCFC1}"/>
              </a:ext>
            </a:extLst>
          </p:cNvPr>
          <p:cNvSpPr/>
          <p:nvPr userDrawn="1"/>
        </p:nvSpPr>
        <p:spPr>
          <a:xfrm>
            <a:off x="0" y="3410858"/>
            <a:ext cx="12192000" cy="344714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n-US" err="1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3000" y="4269122"/>
            <a:ext cx="9906000" cy="868936"/>
          </a:xfrm>
        </p:spPr>
        <p:txBody>
          <a:bodyPr anchor="t"/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Place section title here </a:t>
            </a:r>
            <a:br>
              <a:rPr lang="en-US"/>
            </a:br>
            <a:r>
              <a:rPr lang="en-GB"/>
              <a:t>(36pt, min 30pt)</a:t>
            </a:r>
            <a:endParaRPr lang="en-US"/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4CC28DDD-91C9-FB49-B057-796687C8B07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143000" y="5234322"/>
            <a:ext cx="9906000" cy="1006821"/>
          </a:xfrm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b="0" i="0">
                <a:solidFill>
                  <a:schemeClr val="accent2">
                    <a:lumMod val="75000"/>
                  </a:schemeClr>
                </a:solidFill>
                <a:latin typeface="+mn-lt"/>
                <a:ea typeface="Roboto" panose="02000000000000000000" pitchFamily="2" charset="0"/>
              </a:defRPr>
            </a:lvl1pPr>
            <a:lvl2pPr marL="0" indent="0">
              <a:spcAft>
                <a:spcPts val="600"/>
              </a:spcAft>
              <a:buNone/>
              <a:defRPr sz="2400">
                <a:latin typeface="Palatino Linotype" pitchFamily="2" charset="77"/>
              </a:defRPr>
            </a:lvl2pPr>
            <a:lvl3pPr marL="0" indent="0">
              <a:spcAft>
                <a:spcPts val="600"/>
              </a:spcAft>
              <a:buNone/>
              <a:defRPr sz="2400">
                <a:latin typeface="Palatino Linotype" pitchFamily="2" charset="77"/>
              </a:defRPr>
            </a:lvl3pPr>
            <a:lvl4pPr marL="0" indent="0">
              <a:spcAft>
                <a:spcPts val="600"/>
              </a:spcAft>
              <a:buNone/>
              <a:defRPr sz="2400">
                <a:latin typeface="Palatino Linotype" pitchFamily="2" charset="77"/>
              </a:defRPr>
            </a:lvl4pPr>
            <a:lvl5pPr marL="0" indent="0">
              <a:spcAft>
                <a:spcPts val="600"/>
              </a:spcAft>
              <a:buNone/>
              <a:defRPr sz="2400">
                <a:latin typeface="Palatino Linotype" pitchFamily="2" charset="77"/>
              </a:defRPr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/>
              <a:t>Place subtitle here in Roboto Medium 24pt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04ADF7-CE17-4A46-8A63-A366F9BB14A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Graphic 6">
            <a:extLst>
              <a:ext uri="{FF2B5EF4-FFF2-40B4-BE49-F238E27FC236}">
                <a16:creationId xmlns:a16="http://schemas.microsoft.com/office/drawing/2014/main" id="{46C7BF50-B194-9A44-A531-696E5C34AFB0}"/>
              </a:ext>
            </a:extLst>
          </p:cNvPr>
          <p:cNvSpPr/>
          <p:nvPr userDrawn="1"/>
        </p:nvSpPr>
        <p:spPr>
          <a:xfrm>
            <a:off x="381000" y="6375322"/>
            <a:ext cx="181969" cy="201168"/>
          </a:xfrm>
          <a:custGeom>
            <a:avLst/>
            <a:gdLst>
              <a:gd name="connsiteX0" fmla="*/ 1007031 w 1088192"/>
              <a:gd name="connsiteY0" fmla="*/ 1203008 h 1203007"/>
              <a:gd name="connsiteX1" fmla="*/ 597904 w 1088192"/>
              <a:gd name="connsiteY1" fmla="*/ 1203008 h 1203007"/>
              <a:gd name="connsiteX2" fmla="*/ 0 w 1088192"/>
              <a:gd name="connsiteY2" fmla="*/ 600647 h 1203007"/>
              <a:gd name="connsiteX3" fmla="*/ 597904 w 1088192"/>
              <a:gd name="connsiteY3" fmla="*/ 0 h 1203007"/>
              <a:gd name="connsiteX4" fmla="*/ 1007031 w 1088192"/>
              <a:gd name="connsiteY4" fmla="*/ 0 h 1203007"/>
              <a:gd name="connsiteX5" fmla="*/ 1088193 w 1088192"/>
              <a:gd name="connsiteY5" fmla="*/ 81534 h 1203007"/>
              <a:gd name="connsiteX6" fmla="*/ 1088193 w 1088192"/>
              <a:gd name="connsiteY6" fmla="*/ 219647 h 1203007"/>
              <a:gd name="connsiteX7" fmla="*/ 1007031 w 1088192"/>
              <a:gd name="connsiteY7" fmla="*/ 301181 h 1203007"/>
              <a:gd name="connsiteX8" fmla="*/ 298099 w 1088192"/>
              <a:gd name="connsiteY8" fmla="*/ 301181 h 1203007"/>
              <a:gd name="connsiteX9" fmla="*/ 245097 w 1088192"/>
              <a:gd name="connsiteY9" fmla="*/ 356045 h 1203007"/>
              <a:gd name="connsiteX10" fmla="*/ 255053 w 1088192"/>
              <a:gd name="connsiteY10" fmla="*/ 387668 h 1203007"/>
              <a:gd name="connsiteX11" fmla="*/ 632701 w 1088192"/>
              <a:gd name="connsiteY11" fmla="*/ 1066514 h 1203007"/>
              <a:gd name="connsiteX12" fmla="*/ 679066 w 1088192"/>
              <a:gd name="connsiteY12" fmla="*/ 1093184 h 1203007"/>
              <a:gd name="connsiteX13" fmla="*/ 735386 w 1088192"/>
              <a:gd name="connsiteY13" fmla="*/ 1038320 h 1203007"/>
              <a:gd name="connsiteX14" fmla="*/ 735386 w 1088192"/>
              <a:gd name="connsiteY14" fmla="*/ 628936 h 1203007"/>
              <a:gd name="connsiteX15" fmla="*/ 816547 w 1088192"/>
              <a:gd name="connsiteY15" fmla="*/ 547402 h 1203007"/>
              <a:gd name="connsiteX16" fmla="*/ 1007031 w 1088192"/>
              <a:gd name="connsiteY16" fmla="*/ 547402 h 1203007"/>
              <a:gd name="connsiteX17" fmla="*/ 1088193 w 1088192"/>
              <a:gd name="connsiteY17" fmla="*/ 628936 h 1203007"/>
              <a:gd name="connsiteX18" fmla="*/ 1088193 w 1088192"/>
              <a:gd name="connsiteY18" fmla="*/ 1119759 h 1203007"/>
              <a:gd name="connsiteX19" fmla="*/ 1007031 w 1088192"/>
              <a:gd name="connsiteY19" fmla="*/ 1203008 h 1203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088192" h="1203007">
                <a:moveTo>
                  <a:pt x="1007031" y="1203008"/>
                </a:moveTo>
                <a:lnTo>
                  <a:pt x="597904" y="1203008"/>
                </a:lnTo>
                <a:cubicBezTo>
                  <a:pt x="266620" y="1203008"/>
                  <a:pt x="0" y="933450"/>
                  <a:pt x="0" y="600647"/>
                </a:cubicBezTo>
                <a:cubicBezTo>
                  <a:pt x="0" y="269557"/>
                  <a:pt x="266715" y="0"/>
                  <a:pt x="597904" y="0"/>
                </a:cubicBezTo>
                <a:lnTo>
                  <a:pt x="1007031" y="0"/>
                </a:lnTo>
                <a:cubicBezTo>
                  <a:pt x="1051784" y="0"/>
                  <a:pt x="1088193" y="36576"/>
                  <a:pt x="1088193" y="81534"/>
                </a:cubicBezTo>
                <a:lnTo>
                  <a:pt x="1088193" y="219647"/>
                </a:lnTo>
                <a:cubicBezTo>
                  <a:pt x="1088193" y="264605"/>
                  <a:pt x="1051784" y="301181"/>
                  <a:pt x="1007031" y="301181"/>
                </a:cubicBezTo>
                <a:lnTo>
                  <a:pt x="298099" y="301181"/>
                </a:lnTo>
                <a:cubicBezTo>
                  <a:pt x="268232" y="301181"/>
                  <a:pt x="245097" y="326136"/>
                  <a:pt x="245097" y="356045"/>
                </a:cubicBezTo>
                <a:cubicBezTo>
                  <a:pt x="245097" y="367665"/>
                  <a:pt x="248416" y="379286"/>
                  <a:pt x="255053" y="387668"/>
                </a:cubicBezTo>
                <a:lnTo>
                  <a:pt x="632701" y="1066514"/>
                </a:lnTo>
                <a:cubicBezTo>
                  <a:pt x="640950" y="1083183"/>
                  <a:pt x="659249" y="1093184"/>
                  <a:pt x="679066" y="1093184"/>
                </a:cubicBezTo>
                <a:cubicBezTo>
                  <a:pt x="708932" y="1093184"/>
                  <a:pt x="735386" y="1068229"/>
                  <a:pt x="735386" y="1038320"/>
                </a:cubicBezTo>
                <a:lnTo>
                  <a:pt x="735386" y="628936"/>
                </a:lnTo>
                <a:cubicBezTo>
                  <a:pt x="735386" y="583978"/>
                  <a:pt x="771795" y="547402"/>
                  <a:pt x="816547" y="547402"/>
                </a:cubicBezTo>
                <a:lnTo>
                  <a:pt x="1007031" y="547402"/>
                </a:lnTo>
                <a:cubicBezTo>
                  <a:pt x="1051784" y="547402"/>
                  <a:pt x="1088193" y="583978"/>
                  <a:pt x="1088193" y="628936"/>
                </a:cubicBezTo>
                <a:lnTo>
                  <a:pt x="1088193" y="1119759"/>
                </a:lnTo>
                <a:cubicBezTo>
                  <a:pt x="1088193" y="1164717"/>
                  <a:pt x="1051784" y="1203008"/>
                  <a:pt x="1007031" y="1203008"/>
                </a:cubicBezTo>
                <a:close/>
              </a:path>
            </a:pathLst>
          </a:custGeom>
          <a:solidFill>
            <a:srgbClr val="969696"/>
          </a:solidFill>
          <a:ln w="946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511281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Section Divider - Numbered, Gradient Mid Purple">
    <p:bg>
      <p:bgPr>
        <a:gradFill>
          <a:gsLst>
            <a:gs pos="0">
              <a:srgbClr val="00B8FF"/>
            </a:gs>
            <a:gs pos="100000">
              <a:srgbClr val="00EB81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5EA31DE1-132B-216F-303B-0D13AF20EFA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alphaModFix amt="4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-340159" y="1349828"/>
            <a:ext cx="8381074" cy="5508171"/>
          </a:xfrm>
        </p:spPr>
        <p:txBody>
          <a:bodyPr anchor="ctr"/>
          <a:lstStyle>
            <a:lvl1pPr>
              <a:defRPr sz="40000">
                <a:solidFill>
                  <a:schemeClr val="tx1">
                    <a:alpha val="30000"/>
                  </a:schemeClr>
                </a:solidFill>
              </a:defRPr>
            </a:lvl1pPr>
          </a:lstStyle>
          <a:p>
            <a:r>
              <a:rPr lang="en-US"/>
              <a:t>#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04ADF7-CE17-4A46-8A63-A366F9BB14A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Graphic 6">
            <a:extLst>
              <a:ext uri="{FF2B5EF4-FFF2-40B4-BE49-F238E27FC236}">
                <a16:creationId xmlns:a16="http://schemas.microsoft.com/office/drawing/2014/main" id="{546098C3-412D-F6AA-9F45-2AA6C7E3874E}"/>
              </a:ext>
            </a:extLst>
          </p:cNvPr>
          <p:cNvSpPr/>
          <p:nvPr userDrawn="1"/>
        </p:nvSpPr>
        <p:spPr>
          <a:xfrm>
            <a:off x="381000" y="6375322"/>
            <a:ext cx="181969" cy="201168"/>
          </a:xfrm>
          <a:custGeom>
            <a:avLst/>
            <a:gdLst>
              <a:gd name="connsiteX0" fmla="*/ 1007031 w 1088192"/>
              <a:gd name="connsiteY0" fmla="*/ 1203008 h 1203007"/>
              <a:gd name="connsiteX1" fmla="*/ 597904 w 1088192"/>
              <a:gd name="connsiteY1" fmla="*/ 1203008 h 1203007"/>
              <a:gd name="connsiteX2" fmla="*/ 0 w 1088192"/>
              <a:gd name="connsiteY2" fmla="*/ 600647 h 1203007"/>
              <a:gd name="connsiteX3" fmla="*/ 597904 w 1088192"/>
              <a:gd name="connsiteY3" fmla="*/ 0 h 1203007"/>
              <a:gd name="connsiteX4" fmla="*/ 1007031 w 1088192"/>
              <a:gd name="connsiteY4" fmla="*/ 0 h 1203007"/>
              <a:gd name="connsiteX5" fmla="*/ 1088193 w 1088192"/>
              <a:gd name="connsiteY5" fmla="*/ 81534 h 1203007"/>
              <a:gd name="connsiteX6" fmla="*/ 1088193 w 1088192"/>
              <a:gd name="connsiteY6" fmla="*/ 219647 h 1203007"/>
              <a:gd name="connsiteX7" fmla="*/ 1007031 w 1088192"/>
              <a:gd name="connsiteY7" fmla="*/ 301181 h 1203007"/>
              <a:gd name="connsiteX8" fmla="*/ 298099 w 1088192"/>
              <a:gd name="connsiteY8" fmla="*/ 301181 h 1203007"/>
              <a:gd name="connsiteX9" fmla="*/ 245097 w 1088192"/>
              <a:gd name="connsiteY9" fmla="*/ 356045 h 1203007"/>
              <a:gd name="connsiteX10" fmla="*/ 255053 w 1088192"/>
              <a:gd name="connsiteY10" fmla="*/ 387668 h 1203007"/>
              <a:gd name="connsiteX11" fmla="*/ 632701 w 1088192"/>
              <a:gd name="connsiteY11" fmla="*/ 1066514 h 1203007"/>
              <a:gd name="connsiteX12" fmla="*/ 679066 w 1088192"/>
              <a:gd name="connsiteY12" fmla="*/ 1093184 h 1203007"/>
              <a:gd name="connsiteX13" fmla="*/ 735386 w 1088192"/>
              <a:gd name="connsiteY13" fmla="*/ 1038320 h 1203007"/>
              <a:gd name="connsiteX14" fmla="*/ 735386 w 1088192"/>
              <a:gd name="connsiteY14" fmla="*/ 628936 h 1203007"/>
              <a:gd name="connsiteX15" fmla="*/ 816547 w 1088192"/>
              <a:gd name="connsiteY15" fmla="*/ 547402 h 1203007"/>
              <a:gd name="connsiteX16" fmla="*/ 1007031 w 1088192"/>
              <a:gd name="connsiteY16" fmla="*/ 547402 h 1203007"/>
              <a:gd name="connsiteX17" fmla="*/ 1088193 w 1088192"/>
              <a:gd name="connsiteY17" fmla="*/ 628936 h 1203007"/>
              <a:gd name="connsiteX18" fmla="*/ 1088193 w 1088192"/>
              <a:gd name="connsiteY18" fmla="*/ 1119759 h 1203007"/>
              <a:gd name="connsiteX19" fmla="*/ 1007031 w 1088192"/>
              <a:gd name="connsiteY19" fmla="*/ 1203008 h 1203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088192" h="1203007">
                <a:moveTo>
                  <a:pt x="1007031" y="1203008"/>
                </a:moveTo>
                <a:lnTo>
                  <a:pt x="597904" y="1203008"/>
                </a:lnTo>
                <a:cubicBezTo>
                  <a:pt x="266620" y="1203008"/>
                  <a:pt x="0" y="933450"/>
                  <a:pt x="0" y="600647"/>
                </a:cubicBezTo>
                <a:cubicBezTo>
                  <a:pt x="0" y="269557"/>
                  <a:pt x="266715" y="0"/>
                  <a:pt x="597904" y="0"/>
                </a:cubicBezTo>
                <a:lnTo>
                  <a:pt x="1007031" y="0"/>
                </a:lnTo>
                <a:cubicBezTo>
                  <a:pt x="1051784" y="0"/>
                  <a:pt x="1088193" y="36576"/>
                  <a:pt x="1088193" y="81534"/>
                </a:cubicBezTo>
                <a:lnTo>
                  <a:pt x="1088193" y="219647"/>
                </a:lnTo>
                <a:cubicBezTo>
                  <a:pt x="1088193" y="264605"/>
                  <a:pt x="1051784" y="301181"/>
                  <a:pt x="1007031" y="301181"/>
                </a:cubicBezTo>
                <a:lnTo>
                  <a:pt x="298099" y="301181"/>
                </a:lnTo>
                <a:cubicBezTo>
                  <a:pt x="268232" y="301181"/>
                  <a:pt x="245097" y="326136"/>
                  <a:pt x="245097" y="356045"/>
                </a:cubicBezTo>
                <a:cubicBezTo>
                  <a:pt x="245097" y="367665"/>
                  <a:pt x="248416" y="379286"/>
                  <a:pt x="255053" y="387668"/>
                </a:cubicBezTo>
                <a:lnTo>
                  <a:pt x="632701" y="1066514"/>
                </a:lnTo>
                <a:cubicBezTo>
                  <a:pt x="640950" y="1083183"/>
                  <a:pt x="659249" y="1093184"/>
                  <a:pt x="679066" y="1093184"/>
                </a:cubicBezTo>
                <a:cubicBezTo>
                  <a:pt x="708932" y="1093184"/>
                  <a:pt x="735386" y="1068229"/>
                  <a:pt x="735386" y="1038320"/>
                </a:cubicBezTo>
                <a:lnTo>
                  <a:pt x="735386" y="628936"/>
                </a:lnTo>
                <a:cubicBezTo>
                  <a:pt x="735386" y="583978"/>
                  <a:pt x="771795" y="547402"/>
                  <a:pt x="816547" y="547402"/>
                </a:cubicBezTo>
                <a:lnTo>
                  <a:pt x="1007031" y="547402"/>
                </a:lnTo>
                <a:cubicBezTo>
                  <a:pt x="1051784" y="547402"/>
                  <a:pt x="1088193" y="583978"/>
                  <a:pt x="1088193" y="628936"/>
                </a:cubicBezTo>
                <a:lnTo>
                  <a:pt x="1088193" y="1119759"/>
                </a:lnTo>
                <a:cubicBezTo>
                  <a:pt x="1088193" y="1164717"/>
                  <a:pt x="1051784" y="1203008"/>
                  <a:pt x="1007031" y="1203008"/>
                </a:cubicBezTo>
                <a:close/>
              </a:path>
            </a:pathLst>
          </a:custGeom>
          <a:solidFill>
            <a:schemeClr val="bg1"/>
          </a:solidFill>
          <a:ln w="946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DBE05B92-BB79-4749-56EE-739226D48C3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05587" y="1735039"/>
            <a:ext cx="5892828" cy="2212847"/>
          </a:xfrm>
        </p:spPr>
        <p:txBody>
          <a:bodyPr/>
          <a:lstStyle>
            <a:lvl1pPr marL="0" indent="0">
              <a:lnSpc>
                <a:spcPts val="5800"/>
              </a:lnSpc>
              <a:spcAft>
                <a:spcPts val="0"/>
              </a:spcAft>
              <a:buNone/>
              <a:defRPr sz="6000" baseline="0">
                <a:solidFill>
                  <a:schemeClr val="bg1"/>
                </a:solidFill>
                <a:latin typeface="+mj-lt"/>
              </a:defRPr>
            </a:lvl1pPr>
            <a:lvl2pPr marL="228600" indent="0">
              <a:buNone/>
              <a:defRPr sz="6000">
                <a:latin typeface="+mj-lt"/>
              </a:defRPr>
            </a:lvl2pPr>
            <a:lvl3pPr marL="457200" indent="0">
              <a:buNone/>
              <a:defRPr sz="6000">
                <a:latin typeface="+mj-lt"/>
              </a:defRPr>
            </a:lvl3pPr>
            <a:lvl4pPr marL="685800" indent="0">
              <a:buNone/>
              <a:defRPr sz="6000">
                <a:latin typeface="+mj-lt"/>
              </a:defRPr>
            </a:lvl4pPr>
            <a:lvl5pPr marL="914400" indent="0">
              <a:buNone/>
              <a:defRPr sz="6000">
                <a:latin typeface="+mj-lt"/>
              </a:defRPr>
            </a:lvl5pPr>
          </a:lstStyle>
          <a:p>
            <a:pPr lvl="0"/>
            <a:r>
              <a:rPr lang="en-US"/>
              <a:t>Place </a:t>
            </a:r>
            <a:br>
              <a:rPr lang="en-US"/>
            </a:br>
            <a:r>
              <a:rPr lang="en-US"/>
              <a:t>section title </a:t>
            </a:r>
            <a:br>
              <a:rPr lang="en-US"/>
            </a:br>
            <a:r>
              <a:rPr lang="en-US"/>
              <a:t>here </a:t>
            </a:r>
            <a:r>
              <a:rPr lang="en-GB"/>
              <a:t>60pt</a:t>
            </a:r>
            <a:endParaRPr lang="en-US"/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0229E5BE-1ADE-6C51-AD9C-55B05633853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305587" y="4168581"/>
            <a:ext cx="4005019" cy="1092846"/>
          </a:xfrm>
        </p:spPr>
        <p:txBody>
          <a:bodyPr vert="horz" lIns="0" tIns="0" rIns="0" bIns="0" rtlCol="0">
            <a:noAutofit/>
          </a:bodyPr>
          <a:lstStyle>
            <a:lvl1pPr marL="0" indent="0" algn="l">
              <a:lnSpc>
                <a:spcPts val="2800"/>
              </a:lnSpc>
              <a:buNone/>
              <a:defRPr lang="en-US" sz="2400" b="0" i="0" kern="1200" spc="0" dirty="0">
                <a:solidFill>
                  <a:schemeClr val="bg1"/>
                </a:solidFill>
                <a:latin typeface="+mn-lt"/>
                <a:ea typeface="Roboto Medium" panose="02000000000000000000" pitchFamily="2" charset="0"/>
                <a:cs typeface="+mn-cs"/>
              </a:defRPr>
            </a:lvl1pPr>
            <a:lvl2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Palatino Linotype" panose="00000500000000000000" pitchFamily="50" charset="0"/>
              </a:defRPr>
            </a:lvl2pPr>
            <a:lvl3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Palatino Linotype" panose="00000500000000000000" pitchFamily="50" charset="0"/>
              </a:defRPr>
            </a:lvl3pPr>
            <a:lvl4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Palatino Linotype" panose="00000500000000000000" pitchFamily="50" charset="0"/>
              </a:defRPr>
            </a:lvl4pPr>
            <a:lvl5pPr marL="0" algn="ctr">
              <a:lnSpc>
                <a:spcPct val="90000"/>
              </a:lnSpc>
              <a:spcAft>
                <a:spcPts val="600"/>
              </a:spcAft>
              <a:defRPr lang="en-US" sz="2400" dirty="0">
                <a:solidFill>
                  <a:srgbClr val="E6DCFF"/>
                </a:solidFill>
                <a:latin typeface="Palatino Linotype" panose="00000500000000000000" pitchFamily="50" charset="0"/>
              </a:defRPr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/>
              <a:t>Place subtitle here in Roboto Medium 24pt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42570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Section Divider - Numbered, Gradient Mid Purple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79675E5-DB51-72B6-3F7A-971012666A43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bg1">
                  <a:alpha val="52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n-US" err="1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E5F680F8-EDDC-15DC-8698-DF16F70B846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67840" y="1870782"/>
            <a:ext cx="8656320" cy="2826150"/>
          </a:xfrm>
        </p:spPr>
        <p:txBody>
          <a:bodyPr anchor="ctr"/>
          <a:lstStyle>
            <a:lvl1pPr algn="ctr">
              <a:defRPr sz="5400" b="0">
                <a:solidFill>
                  <a:schemeClr val="tx1"/>
                </a:solidFill>
              </a:defRPr>
            </a:lvl1pPr>
          </a:lstStyle>
          <a:p>
            <a:r>
              <a:rPr lang="en-US"/>
              <a:t>Place key message here 54pt</a:t>
            </a:r>
          </a:p>
        </p:txBody>
      </p:sp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8C63D563-2E89-9ECD-F071-178B11365330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11484746" y="6490025"/>
            <a:ext cx="326254" cy="201168"/>
          </a:xfrm>
        </p:spPr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Graphic 6">
            <a:extLst>
              <a:ext uri="{FF2B5EF4-FFF2-40B4-BE49-F238E27FC236}">
                <a16:creationId xmlns:a16="http://schemas.microsoft.com/office/drawing/2014/main" id="{8400B8D4-05EB-D143-F3F9-621F58728219}"/>
              </a:ext>
            </a:extLst>
          </p:cNvPr>
          <p:cNvSpPr/>
          <p:nvPr userDrawn="1"/>
        </p:nvSpPr>
        <p:spPr>
          <a:xfrm>
            <a:off x="381000" y="6375322"/>
            <a:ext cx="181969" cy="201168"/>
          </a:xfrm>
          <a:custGeom>
            <a:avLst/>
            <a:gdLst>
              <a:gd name="connsiteX0" fmla="*/ 1007031 w 1088192"/>
              <a:gd name="connsiteY0" fmla="*/ 1203008 h 1203007"/>
              <a:gd name="connsiteX1" fmla="*/ 597904 w 1088192"/>
              <a:gd name="connsiteY1" fmla="*/ 1203008 h 1203007"/>
              <a:gd name="connsiteX2" fmla="*/ 0 w 1088192"/>
              <a:gd name="connsiteY2" fmla="*/ 600647 h 1203007"/>
              <a:gd name="connsiteX3" fmla="*/ 597904 w 1088192"/>
              <a:gd name="connsiteY3" fmla="*/ 0 h 1203007"/>
              <a:gd name="connsiteX4" fmla="*/ 1007031 w 1088192"/>
              <a:gd name="connsiteY4" fmla="*/ 0 h 1203007"/>
              <a:gd name="connsiteX5" fmla="*/ 1088193 w 1088192"/>
              <a:gd name="connsiteY5" fmla="*/ 81534 h 1203007"/>
              <a:gd name="connsiteX6" fmla="*/ 1088193 w 1088192"/>
              <a:gd name="connsiteY6" fmla="*/ 219647 h 1203007"/>
              <a:gd name="connsiteX7" fmla="*/ 1007031 w 1088192"/>
              <a:gd name="connsiteY7" fmla="*/ 301181 h 1203007"/>
              <a:gd name="connsiteX8" fmla="*/ 298099 w 1088192"/>
              <a:gd name="connsiteY8" fmla="*/ 301181 h 1203007"/>
              <a:gd name="connsiteX9" fmla="*/ 245097 w 1088192"/>
              <a:gd name="connsiteY9" fmla="*/ 356045 h 1203007"/>
              <a:gd name="connsiteX10" fmla="*/ 255053 w 1088192"/>
              <a:gd name="connsiteY10" fmla="*/ 387668 h 1203007"/>
              <a:gd name="connsiteX11" fmla="*/ 632701 w 1088192"/>
              <a:gd name="connsiteY11" fmla="*/ 1066514 h 1203007"/>
              <a:gd name="connsiteX12" fmla="*/ 679066 w 1088192"/>
              <a:gd name="connsiteY12" fmla="*/ 1093184 h 1203007"/>
              <a:gd name="connsiteX13" fmla="*/ 735386 w 1088192"/>
              <a:gd name="connsiteY13" fmla="*/ 1038320 h 1203007"/>
              <a:gd name="connsiteX14" fmla="*/ 735386 w 1088192"/>
              <a:gd name="connsiteY14" fmla="*/ 628936 h 1203007"/>
              <a:gd name="connsiteX15" fmla="*/ 816547 w 1088192"/>
              <a:gd name="connsiteY15" fmla="*/ 547402 h 1203007"/>
              <a:gd name="connsiteX16" fmla="*/ 1007031 w 1088192"/>
              <a:gd name="connsiteY16" fmla="*/ 547402 h 1203007"/>
              <a:gd name="connsiteX17" fmla="*/ 1088193 w 1088192"/>
              <a:gd name="connsiteY17" fmla="*/ 628936 h 1203007"/>
              <a:gd name="connsiteX18" fmla="*/ 1088193 w 1088192"/>
              <a:gd name="connsiteY18" fmla="*/ 1119759 h 1203007"/>
              <a:gd name="connsiteX19" fmla="*/ 1007031 w 1088192"/>
              <a:gd name="connsiteY19" fmla="*/ 1203008 h 1203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088192" h="1203007">
                <a:moveTo>
                  <a:pt x="1007031" y="1203008"/>
                </a:moveTo>
                <a:lnTo>
                  <a:pt x="597904" y="1203008"/>
                </a:lnTo>
                <a:cubicBezTo>
                  <a:pt x="266620" y="1203008"/>
                  <a:pt x="0" y="933450"/>
                  <a:pt x="0" y="600647"/>
                </a:cubicBezTo>
                <a:cubicBezTo>
                  <a:pt x="0" y="269557"/>
                  <a:pt x="266715" y="0"/>
                  <a:pt x="597904" y="0"/>
                </a:cubicBezTo>
                <a:lnTo>
                  <a:pt x="1007031" y="0"/>
                </a:lnTo>
                <a:cubicBezTo>
                  <a:pt x="1051784" y="0"/>
                  <a:pt x="1088193" y="36576"/>
                  <a:pt x="1088193" y="81534"/>
                </a:cubicBezTo>
                <a:lnTo>
                  <a:pt x="1088193" y="219647"/>
                </a:lnTo>
                <a:cubicBezTo>
                  <a:pt x="1088193" y="264605"/>
                  <a:pt x="1051784" y="301181"/>
                  <a:pt x="1007031" y="301181"/>
                </a:cubicBezTo>
                <a:lnTo>
                  <a:pt x="298099" y="301181"/>
                </a:lnTo>
                <a:cubicBezTo>
                  <a:pt x="268232" y="301181"/>
                  <a:pt x="245097" y="326136"/>
                  <a:pt x="245097" y="356045"/>
                </a:cubicBezTo>
                <a:cubicBezTo>
                  <a:pt x="245097" y="367665"/>
                  <a:pt x="248416" y="379286"/>
                  <a:pt x="255053" y="387668"/>
                </a:cubicBezTo>
                <a:lnTo>
                  <a:pt x="632701" y="1066514"/>
                </a:lnTo>
                <a:cubicBezTo>
                  <a:pt x="640950" y="1083183"/>
                  <a:pt x="659249" y="1093184"/>
                  <a:pt x="679066" y="1093184"/>
                </a:cubicBezTo>
                <a:cubicBezTo>
                  <a:pt x="708932" y="1093184"/>
                  <a:pt x="735386" y="1068229"/>
                  <a:pt x="735386" y="1038320"/>
                </a:cubicBezTo>
                <a:lnTo>
                  <a:pt x="735386" y="628936"/>
                </a:lnTo>
                <a:cubicBezTo>
                  <a:pt x="735386" y="583978"/>
                  <a:pt x="771795" y="547402"/>
                  <a:pt x="816547" y="547402"/>
                </a:cubicBezTo>
                <a:lnTo>
                  <a:pt x="1007031" y="547402"/>
                </a:lnTo>
                <a:cubicBezTo>
                  <a:pt x="1051784" y="547402"/>
                  <a:pt x="1088193" y="583978"/>
                  <a:pt x="1088193" y="628936"/>
                </a:cubicBezTo>
                <a:lnTo>
                  <a:pt x="1088193" y="1119759"/>
                </a:lnTo>
                <a:cubicBezTo>
                  <a:pt x="1088193" y="1164717"/>
                  <a:pt x="1051784" y="1203008"/>
                  <a:pt x="1007031" y="1203008"/>
                </a:cubicBezTo>
                <a:close/>
              </a:path>
            </a:pathLst>
          </a:custGeom>
          <a:solidFill>
            <a:srgbClr val="969696"/>
          </a:solidFill>
          <a:ln w="946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02894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9.xml"/><Relationship Id="rId13" Type="http://schemas.openxmlformats.org/officeDocument/2006/relationships/slideLayout" Target="../slideLayouts/slideLayout34.xml"/><Relationship Id="rId18" Type="http://schemas.openxmlformats.org/officeDocument/2006/relationships/slideLayout" Target="../slideLayouts/slideLayout39.xml"/><Relationship Id="rId26" Type="http://schemas.openxmlformats.org/officeDocument/2006/relationships/theme" Target="../theme/theme2.xml"/><Relationship Id="rId3" Type="http://schemas.openxmlformats.org/officeDocument/2006/relationships/slideLayout" Target="../slideLayouts/slideLayout24.xml"/><Relationship Id="rId21" Type="http://schemas.openxmlformats.org/officeDocument/2006/relationships/slideLayout" Target="../slideLayouts/slideLayout42.xml"/><Relationship Id="rId7" Type="http://schemas.openxmlformats.org/officeDocument/2006/relationships/slideLayout" Target="../slideLayouts/slideLayout28.xml"/><Relationship Id="rId12" Type="http://schemas.openxmlformats.org/officeDocument/2006/relationships/slideLayout" Target="../slideLayouts/slideLayout33.xml"/><Relationship Id="rId17" Type="http://schemas.openxmlformats.org/officeDocument/2006/relationships/slideLayout" Target="../slideLayouts/slideLayout38.xml"/><Relationship Id="rId25" Type="http://schemas.openxmlformats.org/officeDocument/2006/relationships/slideLayout" Target="../slideLayouts/slideLayout46.xml"/><Relationship Id="rId2" Type="http://schemas.openxmlformats.org/officeDocument/2006/relationships/slideLayout" Target="../slideLayouts/slideLayout23.xml"/><Relationship Id="rId16" Type="http://schemas.openxmlformats.org/officeDocument/2006/relationships/slideLayout" Target="../slideLayouts/slideLayout37.xml"/><Relationship Id="rId20" Type="http://schemas.openxmlformats.org/officeDocument/2006/relationships/slideLayout" Target="../slideLayouts/slideLayout41.xml"/><Relationship Id="rId1" Type="http://schemas.openxmlformats.org/officeDocument/2006/relationships/slideLayout" Target="../slideLayouts/slideLayout22.xml"/><Relationship Id="rId6" Type="http://schemas.openxmlformats.org/officeDocument/2006/relationships/slideLayout" Target="../slideLayouts/slideLayout27.xml"/><Relationship Id="rId11" Type="http://schemas.openxmlformats.org/officeDocument/2006/relationships/slideLayout" Target="../slideLayouts/slideLayout32.xml"/><Relationship Id="rId24" Type="http://schemas.openxmlformats.org/officeDocument/2006/relationships/slideLayout" Target="../slideLayouts/slideLayout45.xml"/><Relationship Id="rId5" Type="http://schemas.openxmlformats.org/officeDocument/2006/relationships/slideLayout" Target="../slideLayouts/slideLayout26.xml"/><Relationship Id="rId15" Type="http://schemas.openxmlformats.org/officeDocument/2006/relationships/slideLayout" Target="../slideLayouts/slideLayout36.xml"/><Relationship Id="rId23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31.xml"/><Relationship Id="rId19" Type="http://schemas.openxmlformats.org/officeDocument/2006/relationships/slideLayout" Target="../slideLayouts/slideLayout40.xml"/><Relationship Id="rId4" Type="http://schemas.openxmlformats.org/officeDocument/2006/relationships/slideLayout" Target="../slideLayouts/slideLayout25.xml"/><Relationship Id="rId9" Type="http://schemas.openxmlformats.org/officeDocument/2006/relationships/slideLayout" Target="../slideLayouts/slideLayout30.xml"/><Relationship Id="rId14" Type="http://schemas.openxmlformats.org/officeDocument/2006/relationships/slideLayout" Target="../slideLayouts/slideLayout35.xml"/><Relationship Id="rId22" Type="http://schemas.openxmlformats.org/officeDocument/2006/relationships/slideLayout" Target="../slideLayouts/slideLayout4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67A189F-CDB6-4881-855E-11E780CE46B1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381000" y="380999"/>
            <a:ext cx="11430000" cy="99060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/>
              <a:t>Place headline here (36pt, min 30pt)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78F67F-4953-4937-B393-889106DBC906}"/>
              </a:ext>
            </a:extLst>
          </p:cNvPr>
          <p:cNvSpPr>
            <a:spLocks noGrp="1"/>
          </p:cNvSpPr>
          <p:nvPr userDrawn="1">
            <p:ph type="body" idx="1"/>
          </p:nvPr>
        </p:nvSpPr>
        <p:spPr>
          <a:xfrm>
            <a:off x="381000" y="1371600"/>
            <a:ext cx="11430000" cy="493603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First level (bullet 20pt)</a:t>
            </a:r>
          </a:p>
          <a:p>
            <a:pPr lvl="1"/>
            <a:r>
              <a:rPr lang="en-US"/>
              <a:t>Second level (bullet 20pt)</a:t>
            </a:r>
          </a:p>
          <a:p>
            <a:pPr lvl="2"/>
            <a:r>
              <a:rPr lang="en-US"/>
              <a:t>Third level (bullet 20pt)</a:t>
            </a:r>
          </a:p>
          <a:p>
            <a:pPr lvl="3"/>
            <a:r>
              <a:rPr lang="en-US"/>
              <a:t>Fourth level (bullet 18pt)</a:t>
            </a:r>
          </a:p>
          <a:p>
            <a:pPr lvl="4"/>
            <a:r>
              <a:rPr lang="en-US"/>
              <a:t>Fifth level (bullet 18pt)</a:t>
            </a:r>
          </a:p>
          <a:p>
            <a:pPr lvl="5"/>
            <a:r>
              <a:rPr lang="en-US"/>
              <a:t>Sixth level (copy 16pt)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69DFD1-72F5-4590-A067-19F2501AAB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84746" y="6490025"/>
            <a:ext cx="326254" cy="201168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800" b="1" i="0">
                <a:solidFill>
                  <a:srgbClr val="969696"/>
                </a:solidFill>
                <a:latin typeface="+mn-lt"/>
                <a:ea typeface="Roboto" panose="02000000000000000000" pitchFamily="2" charset="0"/>
              </a:defRPr>
            </a:lvl1pPr>
          </a:lstStyle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Graphic 6">
            <a:extLst>
              <a:ext uri="{FF2B5EF4-FFF2-40B4-BE49-F238E27FC236}">
                <a16:creationId xmlns:a16="http://schemas.microsoft.com/office/drawing/2014/main" id="{EEDB6C33-BB7F-DDC7-561A-F89CD9A13881}"/>
              </a:ext>
            </a:extLst>
          </p:cNvPr>
          <p:cNvSpPr/>
          <p:nvPr/>
        </p:nvSpPr>
        <p:spPr>
          <a:xfrm>
            <a:off x="381000" y="6375322"/>
            <a:ext cx="181969" cy="201168"/>
          </a:xfrm>
          <a:custGeom>
            <a:avLst/>
            <a:gdLst>
              <a:gd name="connsiteX0" fmla="*/ 1007031 w 1088192"/>
              <a:gd name="connsiteY0" fmla="*/ 1203008 h 1203007"/>
              <a:gd name="connsiteX1" fmla="*/ 597904 w 1088192"/>
              <a:gd name="connsiteY1" fmla="*/ 1203008 h 1203007"/>
              <a:gd name="connsiteX2" fmla="*/ 0 w 1088192"/>
              <a:gd name="connsiteY2" fmla="*/ 600647 h 1203007"/>
              <a:gd name="connsiteX3" fmla="*/ 597904 w 1088192"/>
              <a:gd name="connsiteY3" fmla="*/ 0 h 1203007"/>
              <a:gd name="connsiteX4" fmla="*/ 1007031 w 1088192"/>
              <a:gd name="connsiteY4" fmla="*/ 0 h 1203007"/>
              <a:gd name="connsiteX5" fmla="*/ 1088193 w 1088192"/>
              <a:gd name="connsiteY5" fmla="*/ 81534 h 1203007"/>
              <a:gd name="connsiteX6" fmla="*/ 1088193 w 1088192"/>
              <a:gd name="connsiteY6" fmla="*/ 219647 h 1203007"/>
              <a:gd name="connsiteX7" fmla="*/ 1007031 w 1088192"/>
              <a:gd name="connsiteY7" fmla="*/ 301181 h 1203007"/>
              <a:gd name="connsiteX8" fmla="*/ 298099 w 1088192"/>
              <a:gd name="connsiteY8" fmla="*/ 301181 h 1203007"/>
              <a:gd name="connsiteX9" fmla="*/ 245097 w 1088192"/>
              <a:gd name="connsiteY9" fmla="*/ 356045 h 1203007"/>
              <a:gd name="connsiteX10" fmla="*/ 255053 w 1088192"/>
              <a:gd name="connsiteY10" fmla="*/ 387668 h 1203007"/>
              <a:gd name="connsiteX11" fmla="*/ 632701 w 1088192"/>
              <a:gd name="connsiteY11" fmla="*/ 1066514 h 1203007"/>
              <a:gd name="connsiteX12" fmla="*/ 679066 w 1088192"/>
              <a:gd name="connsiteY12" fmla="*/ 1093184 h 1203007"/>
              <a:gd name="connsiteX13" fmla="*/ 735386 w 1088192"/>
              <a:gd name="connsiteY13" fmla="*/ 1038320 h 1203007"/>
              <a:gd name="connsiteX14" fmla="*/ 735386 w 1088192"/>
              <a:gd name="connsiteY14" fmla="*/ 628936 h 1203007"/>
              <a:gd name="connsiteX15" fmla="*/ 816547 w 1088192"/>
              <a:gd name="connsiteY15" fmla="*/ 547402 h 1203007"/>
              <a:gd name="connsiteX16" fmla="*/ 1007031 w 1088192"/>
              <a:gd name="connsiteY16" fmla="*/ 547402 h 1203007"/>
              <a:gd name="connsiteX17" fmla="*/ 1088193 w 1088192"/>
              <a:gd name="connsiteY17" fmla="*/ 628936 h 1203007"/>
              <a:gd name="connsiteX18" fmla="*/ 1088193 w 1088192"/>
              <a:gd name="connsiteY18" fmla="*/ 1119759 h 1203007"/>
              <a:gd name="connsiteX19" fmla="*/ 1007031 w 1088192"/>
              <a:gd name="connsiteY19" fmla="*/ 1203008 h 1203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088192" h="1203007">
                <a:moveTo>
                  <a:pt x="1007031" y="1203008"/>
                </a:moveTo>
                <a:lnTo>
                  <a:pt x="597904" y="1203008"/>
                </a:lnTo>
                <a:cubicBezTo>
                  <a:pt x="266620" y="1203008"/>
                  <a:pt x="0" y="933450"/>
                  <a:pt x="0" y="600647"/>
                </a:cubicBezTo>
                <a:cubicBezTo>
                  <a:pt x="0" y="269557"/>
                  <a:pt x="266715" y="0"/>
                  <a:pt x="597904" y="0"/>
                </a:cubicBezTo>
                <a:lnTo>
                  <a:pt x="1007031" y="0"/>
                </a:lnTo>
                <a:cubicBezTo>
                  <a:pt x="1051784" y="0"/>
                  <a:pt x="1088193" y="36576"/>
                  <a:pt x="1088193" y="81534"/>
                </a:cubicBezTo>
                <a:lnTo>
                  <a:pt x="1088193" y="219647"/>
                </a:lnTo>
                <a:cubicBezTo>
                  <a:pt x="1088193" y="264605"/>
                  <a:pt x="1051784" y="301181"/>
                  <a:pt x="1007031" y="301181"/>
                </a:cubicBezTo>
                <a:lnTo>
                  <a:pt x="298099" y="301181"/>
                </a:lnTo>
                <a:cubicBezTo>
                  <a:pt x="268232" y="301181"/>
                  <a:pt x="245097" y="326136"/>
                  <a:pt x="245097" y="356045"/>
                </a:cubicBezTo>
                <a:cubicBezTo>
                  <a:pt x="245097" y="367665"/>
                  <a:pt x="248416" y="379286"/>
                  <a:pt x="255053" y="387668"/>
                </a:cubicBezTo>
                <a:lnTo>
                  <a:pt x="632701" y="1066514"/>
                </a:lnTo>
                <a:cubicBezTo>
                  <a:pt x="640950" y="1083183"/>
                  <a:pt x="659249" y="1093184"/>
                  <a:pt x="679066" y="1093184"/>
                </a:cubicBezTo>
                <a:cubicBezTo>
                  <a:pt x="708932" y="1093184"/>
                  <a:pt x="735386" y="1068229"/>
                  <a:pt x="735386" y="1038320"/>
                </a:cubicBezTo>
                <a:lnTo>
                  <a:pt x="735386" y="628936"/>
                </a:lnTo>
                <a:cubicBezTo>
                  <a:pt x="735386" y="583978"/>
                  <a:pt x="771795" y="547402"/>
                  <a:pt x="816547" y="547402"/>
                </a:cubicBezTo>
                <a:lnTo>
                  <a:pt x="1007031" y="547402"/>
                </a:lnTo>
                <a:cubicBezTo>
                  <a:pt x="1051784" y="547402"/>
                  <a:pt x="1088193" y="583978"/>
                  <a:pt x="1088193" y="628936"/>
                </a:cubicBezTo>
                <a:lnTo>
                  <a:pt x="1088193" y="1119759"/>
                </a:lnTo>
                <a:cubicBezTo>
                  <a:pt x="1088193" y="1164717"/>
                  <a:pt x="1051784" y="1203008"/>
                  <a:pt x="1007031" y="1203008"/>
                </a:cubicBezTo>
                <a:close/>
              </a:path>
            </a:pathLst>
          </a:custGeom>
          <a:solidFill>
            <a:srgbClr val="969696"/>
          </a:solidFill>
          <a:ln w="946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51034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8" r:id="rId1"/>
    <p:sldLayoutId id="2147483762" r:id="rId2"/>
    <p:sldLayoutId id="2147483761" r:id="rId3"/>
    <p:sldLayoutId id="2147483682" r:id="rId4"/>
    <p:sldLayoutId id="2147483651" r:id="rId5"/>
    <p:sldLayoutId id="2147483739" r:id="rId6"/>
    <p:sldLayoutId id="2147483737" r:id="rId7"/>
    <p:sldLayoutId id="2147483742" r:id="rId8"/>
    <p:sldLayoutId id="2147483724" r:id="rId9"/>
    <p:sldLayoutId id="2147483757" r:id="rId10"/>
    <p:sldLayoutId id="2147483723" r:id="rId11"/>
    <p:sldLayoutId id="2147483755" r:id="rId12"/>
    <p:sldLayoutId id="2147483673" r:id="rId13"/>
    <p:sldLayoutId id="2147483653" r:id="rId14"/>
    <p:sldLayoutId id="2147483722" r:id="rId15"/>
    <p:sldLayoutId id="2147483657" r:id="rId16"/>
    <p:sldLayoutId id="2147483661" r:id="rId17"/>
    <p:sldLayoutId id="2147483667" r:id="rId18"/>
    <p:sldLayoutId id="2147483655" r:id="rId19"/>
    <p:sldLayoutId id="2147483745" r:id="rId20"/>
    <p:sldLayoutId id="2147483741" r:id="rId21"/>
  </p:sldLayoutIdLst>
  <p:hf hd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+mn-lt"/>
          <a:ea typeface="Roboto Light" panose="02000000000000000000" pitchFamily="2" charset="0"/>
          <a:cs typeface="+mn-cs"/>
        </a:defRPr>
      </a:lvl1pPr>
      <a:lvl2pPr marL="4572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Font typeface="Arial" panose="020B0503030202060203" pitchFamily="34" charset="0"/>
        <a:buChar char="–"/>
        <a:defRPr sz="2000" b="0" i="0" kern="1200">
          <a:solidFill>
            <a:schemeClr val="tx1"/>
          </a:solidFill>
          <a:latin typeface="+mn-lt"/>
          <a:ea typeface="Roboto Light" panose="02000000000000000000" pitchFamily="2" charset="0"/>
          <a:cs typeface="+mn-cs"/>
        </a:defRPr>
      </a:lvl2pPr>
      <a:lvl3pPr marL="6858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+mn-lt"/>
          <a:ea typeface="Roboto Light" panose="02000000000000000000" pitchFamily="2" charset="0"/>
          <a:cs typeface="+mn-cs"/>
        </a:defRPr>
      </a:lvl3pPr>
      <a:lvl4pPr marL="9144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503030202060203" pitchFamily="34" charset="0"/>
        <a:buChar char="–"/>
        <a:defRPr sz="1800" b="0" i="0" kern="1200">
          <a:solidFill>
            <a:schemeClr val="tx1"/>
          </a:solidFill>
          <a:latin typeface="+mn-lt"/>
          <a:ea typeface="Roboto Light" panose="02000000000000000000" pitchFamily="2" charset="0"/>
          <a:cs typeface="+mn-cs"/>
        </a:defRPr>
      </a:lvl4pPr>
      <a:lvl5pPr marL="11430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+mn-lt"/>
          <a:ea typeface="Roboto Light" panose="02000000000000000000" pitchFamily="2" charset="0"/>
          <a:cs typeface="+mn-cs"/>
        </a:defRPr>
      </a:lvl5pPr>
      <a:lvl6pPr marL="11113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503030202060203" pitchFamily="34" charset="0"/>
        <a:buNone/>
        <a:tabLst/>
        <a:defRPr sz="1600" b="0" i="0" kern="1200">
          <a:solidFill>
            <a:schemeClr val="tx1"/>
          </a:solidFill>
          <a:latin typeface="+mn-lt"/>
          <a:ea typeface="Roboto Light" panose="02000000000000000000" pitchFamily="2" charset="0"/>
          <a:cs typeface="+mn-cs"/>
        </a:defRPr>
      </a:lvl6pPr>
      <a:lvl7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000" b="1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8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40" userDrawn="1">
          <p15:clr>
            <a:srgbClr val="C35EA4"/>
          </p15:clr>
        </p15:guide>
        <p15:guide id="2" orient="horz" pos="3976" userDrawn="1">
          <p15:clr>
            <a:srgbClr val="C35EA4"/>
          </p15:clr>
        </p15:guide>
        <p15:guide id="3" pos="240" userDrawn="1">
          <p15:clr>
            <a:srgbClr val="C35EA4"/>
          </p15:clr>
        </p15:guide>
        <p15:guide id="4" pos="7440" userDrawn="1">
          <p15:clr>
            <a:srgbClr val="C35EA4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67A189F-CDB6-4881-855E-11E780CE46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0999"/>
            <a:ext cx="11430000" cy="99060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/>
              <a:t>Place headline here (36pt, min 30pt)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78F67F-4953-4937-B393-889106DBC9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371600"/>
            <a:ext cx="11430000" cy="493603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First level (bullet 20pt)</a:t>
            </a:r>
          </a:p>
          <a:p>
            <a:pPr lvl="1"/>
            <a:r>
              <a:rPr lang="en-US"/>
              <a:t>Second level (bullet 20pt)</a:t>
            </a:r>
          </a:p>
          <a:p>
            <a:pPr lvl="2"/>
            <a:r>
              <a:rPr lang="en-US"/>
              <a:t>Third level (bullet 20pt)</a:t>
            </a:r>
          </a:p>
          <a:p>
            <a:pPr lvl="3"/>
            <a:r>
              <a:rPr lang="en-US"/>
              <a:t>Fourth level (bullet 18pt)</a:t>
            </a:r>
          </a:p>
          <a:p>
            <a:pPr lvl="4"/>
            <a:r>
              <a:rPr lang="en-US"/>
              <a:t>Fifth level (bullet 18pt)</a:t>
            </a:r>
          </a:p>
          <a:p>
            <a:pPr lvl="5"/>
            <a:r>
              <a:rPr lang="en-US"/>
              <a:t>Sixth level (copy 16pt)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69DFD1-72F5-4590-A067-19F2501AAB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84746" y="6490025"/>
            <a:ext cx="326254" cy="201168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800" b="1" i="0">
                <a:solidFill>
                  <a:srgbClr val="969696"/>
                </a:solidFill>
                <a:latin typeface="+mn-lt"/>
                <a:ea typeface="Roboto" panose="02000000000000000000" pitchFamily="2" charset="0"/>
              </a:defRPr>
            </a:lvl1pPr>
          </a:lstStyle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Graphic 6">
            <a:extLst>
              <a:ext uri="{FF2B5EF4-FFF2-40B4-BE49-F238E27FC236}">
                <a16:creationId xmlns:a16="http://schemas.microsoft.com/office/drawing/2014/main" id="{EEDB6C33-BB7F-DDC7-561A-F89CD9A13881}"/>
              </a:ext>
            </a:extLst>
          </p:cNvPr>
          <p:cNvSpPr/>
          <p:nvPr/>
        </p:nvSpPr>
        <p:spPr>
          <a:xfrm>
            <a:off x="381000" y="6375322"/>
            <a:ext cx="181969" cy="201168"/>
          </a:xfrm>
          <a:custGeom>
            <a:avLst/>
            <a:gdLst>
              <a:gd name="connsiteX0" fmla="*/ 1007031 w 1088192"/>
              <a:gd name="connsiteY0" fmla="*/ 1203008 h 1203007"/>
              <a:gd name="connsiteX1" fmla="*/ 597904 w 1088192"/>
              <a:gd name="connsiteY1" fmla="*/ 1203008 h 1203007"/>
              <a:gd name="connsiteX2" fmla="*/ 0 w 1088192"/>
              <a:gd name="connsiteY2" fmla="*/ 600647 h 1203007"/>
              <a:gd name="connsiteX3" fmla="*/ 597904 w 1088192"/>
              <a:gd name="connsiteY3" fmla="*/ 0 h 1203007"/>
              <a:gd name="connsiteX4" fmla="*/ 1007031 w 1088192"/>
              <a:gd name="connsiteY4" fmla="*/ 0 h 1203007"/>
              <a:gd name="connsiteX5" fmla="*/ 1088193 w 1088192"/>
              <a:gd name="connsiteY5" fmla="*/ 81534 h 1203007"/>
              <a:gd name="connsiteX6" fmla="*/ 1088193 w 1088192"/>
              <a:gd name="connsiteY6" fmla="*/ 219647 h 1203007"/>
              <a:gd name="connsiteX7" fmla="*/ 1007031 w 1088192"/>
              <a:gd name="connsiteY7" fmla="*/ 301181 h 1203007"/>
              <a:gd name="connsiteX8" fmla="*/ 298099 w 1088192"/>
              <a:gd name="connsiteY8" fmla="*/ 301181 h 1203007"/>
              <a:gd name="connsiteX9" fmla="*/ 245097 w 1088192"/>
              <a:gd name="connsiteY9" fmla="*/ 356045 h 1203007"/>
              <a:gd name="connsiteX10" fmla="*/ 255053 w 1088192"/>
              <a:gd name="connsiteY10" fmla="*/ 387668 h 1203007"/>
              <a:gd name="connsiteX11" fmla="*/ 632701 w 1088192"/>
              <a:gd name="connsiteY11" fmla="*/ 1066514 h 1203007"/>
              <a:gd name="connsiteX12" fmla="*/ 679066 w 1088192"/>
              <a:gd name="connsiteY12" fmla="*/ 1093184 h 1203007"/>
              <a:gd name="connsiteX13" fmla="*/ 735386 w 1088192"/>
              <a:gd name="connsiteY13" fmla="*/ 1038320 h 1203007"/>
              <a:gd name="connsiteX14" fmla="*/ 735386 w 1088192"/>
              <a:gd name="connsiteY14" fmla="*/ 628936 h 1203007"/>
              <a:gd name="connsiteX15" fmla="*/ 816547 w 1088192"/>
              <a:gd name="connsiteY15" fmla="*/ 547402 h 1203007"/>
              <a:gd name="connsiteX16" fmla="*/ 1007031 w 1088192"/>
              <a:gd name="connsiteY16" fmla="*/ 547402 h 1203007"/>
              <a:gd name="connsiteX17" fmla="*/ 1088193 w 1088192"/>
              <a:gd name="connsiteY17" fmla="*/ 628936 h 1203007"/>
              <a:gd name="connsiteX18" fmla="*/ 1088193 w 1088192"/>
              <a:gd name="connsiteY18" fmla="*/ 1119759 h 1203007"/>
              <a:gd name="connsiteX19" fmla="*/ 1007031 w 1088192"/>
              <a:gd name="connsiteY19" fmla="*/ 1203008 h 1203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088192" h="1203007">
                <a:moveTo>
                  <a:pt x="1007031" y="1203008"/>
                </a:moveTo>
                <a:lnTo>
                  <a:pt x="597904" y="1203008"/>
                </a:lnTo>
                <a:cubicBezTo>
                  <a:pt x="266620" y="1203008"/>
                  <a:pt x="0" y="933450"/>
                  <a:pt x="0" y="600647"/>
                </a:cubicBezTo>
                <a:cubicBezTo>
                  <a:pt x="0" y="269557"/>
                  <a:pt x="266715" y="0"/>
                  <a:pt x="597904" y="0"/>
                </a:cubicBezTo>
                <a:lnTo>
                  <a:pt x="1007031" y="0"/>
                </a:lnTo>
                <a:cubicBezTo>
                  <a:pt x="1051784" y="0"/>
                  <a:pt x="1088193" y="36576"/>
                  <a:pt x="1088193" y="81534"/>
                </a:cubicBezTo>
                <a:lnTo>
                  <a:pt x="1088193" y="219647"/>
                </a:lnTo>
                <a:cubicBezTo>
                  <a:pt x="1088193" y="264605"/>
                  <a:pt x="1051784" y="301181"/>
                  <a:pt x="1007031" y="301181"/>
                </a:cubicBezTo>
                <a:lnTo>
                  <a:pt x="298099" y="301181"/>
                </a:lnTo>
                <a:cubicBezTo>
                  <a:pt x="268232" y="301181"/>
                  <a:pt x="245097" y="326136"/>
                  <a:pt x="245097" y="356045"/>
                </a:cubicBezTo>
                <a:cubicBezTo>
                  <a:pt x="245097" y="367665"/>
                  <a:pt x="248416" y="379286"/>
                  <a:pt x="255053" y="387668"/>
                </a:cubicBezTo>
                <a:lnTo>
                  <a:pt x="632701" y="1066514"/>
                </a:lnTo>
                <a:cubicBezTo>
                  <a:pt x="640950" y="1083183"/>
                  <a:pt x="659249" y="1093184"/>
                  <a:pt x="679066" y="1093184"/>
                </a:cubicBezTo>
                <a:cubicBezTo>
                  <a:pt x="708932" y="1093184"/>
                  <a:pt x="735386" y="1068229"/>
                  <a:pt x="735386" y="1038320"/>
                </a:cubicBezTo>
                <a:lnTo>
                  <a:pt x="735386" y="628936"/>
                </a:lnTo>
                <a:cubicBezTo>
                  <a:pt x="735386" y="583978"/>
                  <a:pt x="771795" y="547402"/>
                  <a:pt x="816547" y="547402"/>
                </a:cubicBezTo>
                <a:lnTo>
                  <a:pt x="1007031" y="547402"/>
                </a:lnTo>
                <a:cubicBezTo>
                  <a:pt x="1051784" y="547402"/>
                  <a:pt x="1088193" y="583978"/>
                  <a:pt x="1088193" y="628936"/>
                </a:cubicBezTo>
                <a:lnTo>
                  <a:pt x="1088193" y="1119759"/>
                </a:lnTo>
                <a:cubicBezTo>
                  <a:pt x="1088193" y="1164717"/>
                  <a:pt x="1051784" y="1203008"/>
                  <a:pt x="1007031" y="1203008"/>
                </a:cubicBezTo>
                <a:close/>
              </a:path>
            </a:pathLst>
          </a:custGeom>
          <a:solidFill>
            <a:srgbClr val="969696"/>
          </a:solidFill>
          <a:ln w="946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D4E78313-35DA-3B49-C7B7-DD6D761629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0999"/>
            <a:ext cx="11430000" cy="99060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/>
              <a:t>Place headline here (36pt, min 30pt)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AE0862C5-E1EA-8777-D6D0-13F5112FBE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371600"/>
            <a:ext cx="11430000" cy="493603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First level (bullet 20pt)</a:t>
            </a:r>
          </a:p>
          <a:p>
            <a:pPr lvl="1"/>
            <a:r>
              <a:rPr lang="en-US"/>
              <a:t>Second level (bullet 20pt)</a:t>
            </a:r>
          </a:p>
          <a:p>
            <a:pPr lvl="2"/>
            <a:r>
              <a:rPr lang="en-US"/>
              <a:t>Third level (bullet 20pt)</a:t>
            </a:r>
          </a:p>
          <a:p>
            <a:pPr lvl="3"/>
            <a:r>
              <a:rPr lang="en-US"/>
              <a:t>Fourth level (bullet 18pt)</a:t>
            </a:r>
          </a:p>
          <a:p>
            <a:pPr lvl="4"/>
            <a:r>
              <a:rPr lang="en-US"/>
              <a:t>Fifth level (bullet 18pt)</a:t>
            </a:r>
          </a:p>
          <a:p>
            <a:pPr lvl="5"/>
            <a:r>
              <a:rPr lang="en-US"/>
              <a:t>Sixth level (copy 16pt)</a:t>
            </a:r>
          </a:p>
        </p:txBody>
      </p:sp>
    </p:spTree>
    <p:extLst>
      <p:ext uri="{BB962C8B-B14F-4D97-AF65-F5344CB8AC3E}">
        <p14:creationId xmlns:p14="http://schemas.microsoft.com/office/powerpoint/2010/main" val="12198686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4" r:id="rId1"/>
    <p:sldLayoutId id="2147483765" r:id="rId2"/>
    <p:sldLayoutId id="2147483766" r:id="rId3"/>
    <p:sldLayoutId id="2147483767" r:id="rId4"/>
    <p:sldLayoutId id="2147483768" r:id="rId5"/>
    <p:sldLayoutId id="2147483769" r:id="rId6"/>
    <p:sldLayoutId id="2147483770" r:id="rId7"/>
    <p:sldLayoutId id="2147483771" r:id="rId8"/>
    <p:sldLayoutId id="2147483772" r:id="rId9"/>
    <p:sldLayoutId id="2147483773" r:id="rId10"/>
    <p:sldLayoutId id="2147483774" r:id="rId11"/>
    <p:sldLayoutId id="2147483775" r:id="rId12"/>
    <p:sldLayoutId id="2147483776" r:id="rId13"/>
    <p:sldLayoutId id="2147483777" r:id="rId14"/>
    <p:sldLayoutId id="2147483778" r:id="rId15"/>
    <p:sldLayoutId id="2147483779" r:id="rId16"/>
    <p:sldLayoutId id="2147483780" r:id="rId17"/>
    <p:sldLayoutId id="2147483781" r:id="rId18"/>
    <p:sldLayoutId id="2147483782" r:id="rId19"/>
    <p:sldLayoutId id="2147483783" r:id="rId20"/>
    <p:sldLayoutId id="2147483784" r:id="rId21"/>
    <p:sldLayoutId id="2147483791" r:id="rId22"/>
    <p:sldLayoutId id="2147483794" r:id="rId23"/>
    <p:sldLayoutId id="2147483795" r:id="rId24"/>
    <p:sldLayoutId id="2147483796" r:id="rId25"/>
  </p:sldLayoutIdLst>
  <p:hf hd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+mn-lt"/>
          <a:ea typeface="Roboto Light" panose="02000000000000000000" pitchFamily="2" charset="0"/>
          <a:cs typeface="+mn-cs"/>
        </a:defRPr>
      </a:lvl1pPr>
      <a:lvl2pPr marL="4572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Font typeface="Arial" panose="020B0503030202060203" pitchFamily="34" charset="0"/>
        <a:buChar char="–"/>
        <a:defRPr sz="2000" b="0" i="0" kern="1200">
          <a:solidFill>
            <a:schemeClr val="tx1"/>
          </a:solidFill>
          <a:latin typeface="+mn-lt"/>
          <a:ea typeface="Roboto Light" panose="02000000000000000000" pitchFamily="2" charset="0"/>
          <a:cs typeface="+mn-cs"/>
        </a:defRPr>
      </a:lvl2pPr>
      <a:lvl3pPr marL="6858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+mn-lt"/>
          <a:ea typeface="Roboto Light" panose="02000000000000000000" pitchFamily="2" charset="0"/>
          <a:cs typeface="+mn-cs"/>
        </a:defRPr>
      </a:lvl3pPr>
      <a:lvl4pPr marL="9144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503030202060203" pitchFamily="34" charset="0"/>
        <a:buChar char="–"/>
        <a:defRPr sz="1800" b="0" i="0" kern="1200">
          <a:solidFill>
            <a:schemeClr val="tx1"/>
          </a:solidFill>
          <a:latin typeface="+mn-lt"/>
          <a:ea typeface="Roboto Light" panose="02000000000000000000" pitchFamily="2" charset="0"/>
          <a:cs typeface="+mn-cs"/>
        </a:defRPr>
      </a:lvl4pPr>
      <a:lvl5pPr marL="11430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+mn-lt"/>
          <a:ea typeface="Roboto Light" panose="02000000000000000000" pitchFamily="2" charset="0"/>
          <a:cs typeface="+mn-cs"/>
        </a:defRPr>
      </a:lvl5pPr>
      <a:lvl6pPr marL="11113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503030202060203" pitchFamily="34" charset="0"/>
        <a:buNone/>
        <a:tabLst/>
        <a:defRPr sz="1600" b="0" i="0" kern="1200">
          <a:solidFill>
            <a:schemeClr val="tx1"/>
          </a:solidFill>
          <a:latin typeface="+mn-lt"/>
          <a:ea typeface="Roboto Light" panose="02000000000000000000" pitchFamily="2" charset="0"/>
          <a:cs typeface="+mn-cs"/>
        </a:defRPr>
      </a:lvl6pPr>
      <a:lvl7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000" b="1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8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orient="horz" pos="240" userDrawn="1">
          <p15:clr>
            <a:srgbClr val="C35EA4"/>
          </p15:clr>
        </p15:guide>
        <p15:guide id="6" orient="horz" pos="3976" userDrawn="1">
          <p15:clr>
            <a:srgbClr val="C35EA4"/>
          </p15:clr>
        </p15:guide>
        <p15:guide id="7" pos="240" userDrawn="1">
          <p15:clr>
            <a:srgbClr val="C35EA4"/>
          </p15:clr>
        </p15:guide>
        <p15:guide id="8" pos="7440" userDrawn="1">
          <p15:clr>
            <a:srgbClr val="C35E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3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2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5226739-177D-79C6-B1D4-AB288B0CEE3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76449" y="5193305"/>
            <a:ext cx="3102015" cy="784378"/>
          </a:xfrm>
        </p:spPr>
        <p:txBody>
          <a:bodyPr vert="horz" lIns="0" tIns="0" rIns="0" bIns="0" rtlCol="0" anchor="t">
            <a:noAutofit/>
          </a:bodyPr>
          <a:lstStyle/>
          <a:p>
            <a:r>
              <a:rPr lang="en-US" dirty="0">
                <a:ea typeface="Roboto Light"/>
              </a:rPr>
              <a:t>September 17, 2026</a:t>
            </a:r>
            <a:endParaRPr lang="en-US" dirty="0">
              <a:cs typeface="Roboto"/>
            </a:endParaRPr>
          </a:p>
          <a:p>
            <a:r>
              <a:rPr lang="en-US" dirty="0"/>
              <a:t>Groundswell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F65F67E-E71F-23B0-CB27-9CEA5836F9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6450" y="1717611"/>
            <a:ext cx="9865619" cy="2202794"/>
          </a:xfrm>
        </p:spPr>
        <p:txBody>
          <a:bodyPr/>
          <a:lstStyle/>
          <a:p>
            <a:r>
              <a:rPr lang="en-US" dirty="0"/>
              <a:t>BPS</a:t>
            </a:r>
            <a:br>
              <a:rPr lang="en-US" dirty="0"/>
            </a:br>
            <a:r>
              <a:rPr lang="en-US" dirty="0"/>
              <a:t>Sprint 2.1 Review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140D51-FE58-BAF3-FE67-11FCD31D645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76450" y="4106731"/>
            <a:ext cx="5089512" cy="1092846"/>
          </a:xfrm>
        </p:spPr>
        <p:txBody>
          <a:bodyPr vert="horz" lIns="0" tIns="0" rIns="0" bIns="0" rtlCol="0" anchor="t">
            <a:noAutofit/>
          </a:bodyPr>
          <a:lstStyle/>
          <a:p>
            <a:r>
              <a:rPr lang="en-US">
                <a:ea typeface="Roboto Medium"/>
              </a:rPr>
              <a:t>Defense Intelligence Agency (DIA)</a:t>
            </a:r>
          </a:p>
          <a:p>
            <a:endParaRPr lang="en-US"/>
          </a:p>
        </p:txBody>
      </p:sp>
      <p:pic>
        <p:nvPicPr>
          <p:cNvPr id="5" name="Picture 4" descr="A black and white sign&#10;&#10;Description automatically generated with low confidence">
            <a:extLst>
              <a:ext uri="{FF2B5EF4-FFF2-40B4-BE49-F238E27FC236}">
                <a16:creationId xmlns:a16="http://schemas.microsoft.com/office/drawing/2014/main" id="{CEE11120-E91F-494C-D1A6-557B29DB9B1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76449" y="603944"/>
            <a:ext cx="1954294" cy="352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93351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 descr="Agenda title">
            <a:extLst>
              <a:ext uri="{FF2B5EF4-FFF2-40B4-BE49-F238E27FC236}">
                <a16:creationId xmlns:a16="http://schemas.microsoft.com/office/drawing/2014/main" id="{651DC24B-AB70-4983-B766-42BF4110C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2" y="3160882"/>
            <a:ext cx="3267011" cy="810399"/>
          </a:xfrm>
        </p:spPr>
        <p:txBody>
          <a:bodyPr/>
          <a:lstStyle/>
          <a:p>
            <a:r>
              <a:rPr lang="en-GB" b="0"/>
              <a:t>Agenda</a:t>
            </a:r>
            <a:endParaRPr lang="en-US" b="0"/>
          </a:p>
        </p:txBody>
      </p:sp>
      <p:sp>
        <p:nvSpPr>
          <p:cNvPr id="5" name="Text Placeholder 4" descr="Agenda Item 1">
            <a:extLst>
              <a:ext uri="{FF2B5EF4-FFF2-40B4-BE49-F238E27FC236}">
                <a16:creationId xmlns:a16="http://schemas.microsoft.com/office/drawing/2014/main" id="{CE422875-EDAA-48FF-A282-26952DB0C58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966971" y="1103578"/>
            <a:ext cx="2953039" cy="485340"/>
          </a:xfrm>
        </p:spPr>
        <p:txBody>
          <a:bodyPr/>
          <a:lstStyle/>
          <a:p>
            <a:r>
              <a:rPr lang="en-GB">
                <a:ea typeface="+mn-lt"/>
                <a:cs typeface="+mn-lt"/>
              </a:rPr>
              <a:t>Sprint Progress </a:t>
            </a:r>
            <a:endParaRPr lang="en-US"/>
          </a:p>
        </p:txBody>
      </p:sp>
      <p:sp>
        <p:nvSpPr>
          <p:cNvPr id="6" name="Text Placeholder 5" descr="Agenda Item 2">
            <a:extLst>
              <a:ext uri="{FF2B5EF4-FFF2-40B4-BE49-F238E27FC236}">
                <a16:creationId xmlns:a16="http://schemas.microsoft.com/office/drawing/2014/main" id="{75C65787-9125-4790-B3F2-CF1B59158F4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966971" y="1708456"/>
            <a:ext cx="2953039" cy="485340"/>
          </a:xfrm>
        </p:spPr>
        <p:txBody>
          <a:bodyPr/>
          <a:lstStyle/>
          <a:p>
            <a:r>
              <a:rPr lang="en-GB">
                <a:ea typeface="+mn-lt"/>
                <a:cs typeface="+mn-lt"/>
              </a:rPr>
              <a:t>Feedback </a:t>
            </a:r>
            <a:endParaRPr lang="en-US"/>
          </a:p>
        </p:txBody>
      </p:sp>
      <p:sp>
        <p:nvSpPr>
          <p:cNvPr id="7" name="Text Placeholder 6" descr="Agenda Item 3">
            <a:extLst>
              <a:ext uri="{FF2B5EF4-FFF2-40B4-BE49-F238E27FC236}">
                <a16:creationId xmlns:a16="http://schemas.microsoft.com/office/drawing/2014/main" id="{91845080-64D9-4192-98A6-69D53C70562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966971" y="2313334"/>
            <a:ext cx="2953039" cy="485340"/>
          </a:xfrm>
        </p:spPr>
        <p:txBody>
          <a:bodyPr/>
          <a:lstStyle/>
          <a:p>
            <a:r>
              <a:rPr lang="en-GB">
                <a:ea typeface="+mn-lt"/>
                <a:cs typeface="+mn-lt"/>
              </a:rPr>
              <a:t>Notes </a:t>
            </a:r>
            <a:endParaRPr lang="en-US"/>
          </a:p>
        </p:txBody>
      </p:sp>
      <p:sp>
        <p:nvSpPr>
          <p:cNvPr id="8" name="Text Placeholder 7" descr="Agenda Item 4">
            <a:extLst>
              <a:ext uri="{FF2B5EF4-FFF2-40B4-BE49-F238E27FC236}">
                <a16:creationId xmlns:a16="http://schemas.microsoft.com/office/drawing/2014/main" id="{500B9542-3140-4DAC-81AA-3DECE8BBA01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966971" y="2918212"/>
            <a:ext cx="2953039" cy="485340"/>
          </a:xfrm>
        </p:spPr>
        <p:txBody>
          <a:bodyPr/>
          <a:lstStyle/>
          <a:p>
            <a:r>
              <a:rPr lang="en-GB">
                <a:ea typeface="+mn-lt"/>
                <a:cs typeface="+mn-lt"/>
              </a:rPr>
              <a:t>Story Overview </a:t>
            </a:r>
            <a:endParaRPr lang="en-US"/>
          </a:p>
        </p:txBody>
      </p:sp>
      <p:sp>
        <p:nvSpPr>
          <p:cNvPr id="13" name="Text Placeholder 12" descr="No. 1">
            <a:extLst>
              <a:ext uri="{FF2B5EF4-FFF2-40B4-BE49-F238E27FC236}">
                <a16:creationId xmlns:a16="http://schemas.microsoft.com/office/drawing/2014/main" id="{4EECF1EB-FE9A-4395-9803-48D1366F41A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426242" y="1103578"/>
            <a:ext cx="405128" cy="485340"/>
          </a:xfrm>
        </p:spPr>
        <p:txBody>
          <a:bodyPr/>
          <a:lstStyle/>
          <a:p>
            <a:r>
              <a:rPr lang="en-GB"/>
              <a:t>01</a:t>
            </a:r>
            <a:endParaRPr lang="en-US"/>
          </a:p>
        </p:txBody>
      </p:sp>
      <p:sp>
        <p:nvSpPr>
          <p:cNvPr id="14" name="Text Placeholder 13" descr="No. 2">
            <a:extLst>
              <a:ext uri="{FF2B5EF4-FFF2-40B4-BE49-F238E27FC236}">
                <a16:creationId xmlns:a16="http://schemas.microsoft.com/office/drawing/2014/main" id="{325A2794-9D7F-4F8A-B659-3126A5AE36E3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4426242" y="1708456"/>
            <a:ext cx="405128" cy="485340"/>
          </a:xfrm>
        </p:spPr>
        <p:txBody>
          <a:bodyPr/>
          <a:lstStyle/>
          <a:p>
            <a:pPr lvl="0"/>
            <a:r>
              <a:rPr lang="en-GB"/>
              <a:t>02</a:t>
            </a:r>
            <a:endParaRPr lang="en-US"/>
          </a:p>
        </p:txBody>
      </p:sp>
      <p:sp>
        <p:nvSpPr>
          <p:cNvPr id="15" name="Text Placeholder 14" descr="No. 3">
            <a:extLst>
              <a:ext uri="{FF2B5EF4-FFF2-40B4-BE49-F238E27FC236}">
                <a16:creationId xmlns:a16="http://schemas.microsoft.com/office/drawing/2014/main" id="{304C0A50-C2E5-47D6-A07E-8078A7EADE10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426242" y="2313334"/>
            <a:ext cx="405128" cy="485340"/>
          </a:xfrm>
        </p:spPr>
        <p:txBody>
          <a:bodyPr/>
          <a:lstStyle/>
          <a:p>
            <a:pPr lvl="0"/>
            <a:r>
              <a:rPr lang="en-GB"/>
              <a:t>03</a:t>
            </a:r>
            <a:endParaRPr lang="en-US"/>
          </a:p>
        </p:txBody>
      </p:sp>
      <p:sp>
        <p:nvSpPr>
          <p:cNvPr id="16" name="Text Placeholder 15" descr="No. 4">
            <a:extLst>
              <a:ext uri="{FF2B5EF4-FFF2-40B4-BE49-F238E27FC236}">
                <a16:creationId xmlns:a16="http://schemas.microsoft.com/office/drawing/2014/main" id="{E9921B81-A763-4EA2-AC60-D1AEB3C65E43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4426242" y="2918212"/>
            <a:ext cx="405128" cy="485340"/>
          </a:xfrm>
        </p:spPr>
        <p:txBody>
          <a:bodyPr/>
          <a:lstStyle/>
          <a:p>
            <a:pPr lvl="0"/>
            <a:r>
              <a:rPr lang="en-GB"/>
              <a:t>04</a:t>
            </a:r>
            <a:endParaRPr lang="en-US"/>
          </a:p>
        </p:txBody>
      </p:sp>
      <p:sp>
        <p:nvSpPr>
          <p:cNvPr id="39" name="Slide Number Placeholder 38">
            <a:extLst>
              <a:ext uri="{FF2B5EF4-FFF2-40B4-BE49-F238E27FC236}">
                <a16:creationId xmlns:a16="http://schemas.microsoft.com/office/drawing/2014/main" id="{E3C58D7A-1144-40F3-A5A2-E2C8A20B9B2C}"/>
              </a:ext>
            </a:extLst>
          </p:cNvPr>
          <p:cNvSpPr>
            <a:spLocks noGrp="1"/>
          </p:cNvSpPr>
          <p:nvPr>
            <p:ph type="sldNum" sz="quarter" idx="57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0B4094-3857-47DB-097E-43C4F6736BAD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8" name="Text Placeholder 37">
            <a:extLst>
              <a:ext uri="{FF2B5EF4-FFF2-40B4-BE49-F238E27FC236}">
                <a16:creationId xmlns:a16="http://schemas.microsoft.com/office/drawing/2014/main" id="{68A14684-9215-933C-234B-D5ED538CD28A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49280B27-6FE7-AA3E-27E3-8BAF17A20819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3" name="Text Placeholder 42">
            <a:extLst>
              <a:ext uri="{FF2B5EF4-FFF2-40B4-BE49-F238E27FC236}">
                <a16:creationId xmlns:a16="http://schemas.microsoft.com/office/drawing/2014/main" id="{4410DBEE-F0A4-67B6-7DEE-002097F9274D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5" name="Text Placeholder 44">
            <a:extLst>
              <a:ext uri="{FF2B5EF4-FFF2-40B4-BE49-F238E27FC236}">
                <a16:creationId xmlns:a16="http://schemas.microsoft.com/office/drawing/2014/main" id="{53CCD595-DE42-EB40-0277-7B23B06446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7" name="Text Placeholder 46">
            <a:extLst>
              <a:ext uri="{FF2B5EF4-FFF2-40B4-BE49-F238E27FC236}">
                <a16:creationId xmlns:a16="http://schemas.microsoft.com/office/drawing/2014/main" id="{5779F6D0-54B0-73C8-61CE-50928F9D642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9" name="Text Placeholder 48">
            <a:extLst>
              <a:ext uri="{FF2B5EF4-FFF2-40B4-BE49-F238E27FC236}">
                <a16:creationId xmlns:a16="http://schemas.microsoft.com/office/drawing/2014/main" id="{6BD0C814-F472-17D5-22C3-B8D815F3DE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1" name="Text Placeholder 50">
            <a:extLst>
              <a:ext uri="{FF2B5EF4-FFF2-40B4-BE49-F238E27FC236}">
                <a16:creationId xmlns:a16="http://schemas.microsoft.com/office/drawing/2014/main" id="{619528C3-BC61-7325-335F-8A531212E758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3" name="Text Placeholder 52">
            <a:extLst>
              <a:ext uri="{FF2B5EF4-FFF2-40B4-BE49-F238E27FC236}">
                <a16:creationId xmlns:a16="http://schemas.microsoft.com/office/drawing/2014/main" id="{BB1817A5-1C6A-153D-8ACB-542072E9EE42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5" name="Text Placeholder 54">
            <a:extLst>
              <a:ext uri="{FF2B5EF4-FFF2-40B4-BE49-F238E27FC236}">
                <a16:creationId xmlns:a16="http://schemas.microsoft.com/office/drawing/2014/main" id="{E3FEF1C5-C354-75FE-E78A-B1F9262CC7A2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7" name="Text Placeholder 56">
            <a:extLst>
              <a:ext uri="{FF2B5EF4-FFF2-40B4-BE49-F238E27FC236}">
                <a16:creationId xmlns:a16="http://schemas.microsoft.com/office/drawing/2014/main" id="{3C57AE50-C0E5-A4B9-01EB-AE095BCCD41B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9" name="Text Placeholder 58">
            <a:extLst>
              <a:ext uri="{FF2B5EF4-FFF2-40B4-BE49-F238E27FC236}">
                <a16:creationId xmlns:a16="http://schemas.microsoft.com/office/drawing/2014/main" id="{59C85DC5-448F-AA04-CF30-C736224184B8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1" name="Text Placeholder 60">
            <a:extLst>
              <a:ext uri="{FF2B5EF4-FFF2-40B4-BE49-F238E27FC236}">
                <a16:creationId xmlns:a16="http://schemas.microsoft.com/office/drawing/2014/main" id="{0C7B6121-4DDF-8050-52EB-D45D5D231433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3" name="Text Placeholder 62">
            <a:extLst>
              <a:ext uri="{FF2B5EF4-FFF2-40B4-BE49-F238E27FC236}">
                <a16:creationId xmlns:a16="http://schemas.microsoft.com/office/drawing/2014/main" id="{D57940EF-2541-CC06-F074-2834B7677050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5" name="Text Placeholder 64">
            <a:extLst>
              <a:ext uri="{FF2B5EF4-FFF2-40B4-BE49-F238E27FC236}">
                <a16:creationId xmlns:a16="http://schemas.microsoft.com/office/drawing/2014/main" id="{3451CB17-6EF5-5301-F652-191CA78870A4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7" name="Text Placeholder 66">
            <a:extLst>
              <a:ext uri="{FF2B5EF4-FFF2-40B4-BE49-F238E27FC236}">
                <a16:creationId xmlns:a16="http://schemas.microsoft.com/office/drawing/2014/main" id="{F1CF2D91-437C-557A-D55E-1F65C9596AA6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10171049-3191-66C8-DB83-A2349365FEC9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/>
        <p:txBody>
          <a:bodyPr/>
          <a:lstStyle/>
          <a:p>
            <a:r>
              <a:rPr lang="en-US"/>
              <a:t>05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9CAA36C-0783-3CDD-E8EE-9A00D24BDA8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r>
              <a:rPr lang="en-US">
                <a:ea typeface="+mn-lt"/>
                <a:cs typeface="+mn-lt"/>
              </a:rPr>
              <a:t>Demo </a:t>
            </a:r>
            <a:endParaRPr lang="en-US"/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FF822014-D3C2-C28A-09C6-AD2F634D6D4E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/>
        <p:txBody>
          <a:bodyPr/>
          <a:lstStyle/>
          <a:p>
            <a:r>
              <a:rPr lang="en-US"/>
              <a:t>06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E853EA43-3A83-231E-86AB-B060F63D38E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r>
              <a:rPr lang="en-US">
                <a:ea typeface="+mn-lt"/>
                <a:cs typeface="+mn-lt"/>
              </a:rPr>
              <a:t>Q&amp;A </a:t>
            </a:r>
            <a:endParaRPr lang="en-US"/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749AF36-337F-1B54-9581-E14FEBF29FF2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3F1F86E9-D0A2-48A1-0611-A97CD51126D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EABAFDA2-EDAF-60B9-D30A-278CA2D5CC4B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5C83A87B-9C41-5913-1D28-5FE18BF99C9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13728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943D49-A07E-DBBB-B8D4-12EF5CD65A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/>
              <a:t>BPS Program Goals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C1572B-9653-C673-6B45-7AB7BD292C0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3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E5A7E2C-62D6-5BDD-9A2D-5BB229708E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670" y="1745096"/>
            <a:ext cx="10310659" cy="3808857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491B77-0FBE-F09E-EE91-B45A343D81B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80998" y="1043360"/>
            <a:ext cx="11429999" cy="5246604"/>
          </a:xfrm>
          <a:solidFill>
            <a:schemeClr val="bg1">
              <a:lumMod val="85000"/>
              <a:alpha val="75000"/>
            </a:schemeClr>
          </a:solidFill>
        </p:spPr>
        <p:txBody>
          <a:bodyPr>
            <a:normAutofit/>
          </a:bodyPr>
          <a:lstStyle/>
          <a:p>
            <a:pPr fontAlgn="base"/>
            <a:r>
              <a:rPr lang="en-US" b="1"/>
              <a:t>Consolidate </a:t>
            </a:r>
            <a:r>
              <a:rPr lang="en-US"/>
              <a:t>existing PPBE applications </a:t>
            </a:r>
            <a:r>
              <a:rPr lang="en-US" b="1"/>
              <a:t>(</a:t>
            </a:r>
            <a:r>
              <a:rPr lang="en-US" err="1"/>
              <a:t>iRMIS</a:t>
            </a:r>
            <a:r>
              <a:rPr lang="en-US"/>
              <a:t> and </a:t>
            </a:r>
            <a:r>
              <a:rPr lang="en-US" err="1"/>
              <a:t>iRMIS</a:t>
            </a:r>
            <a:r>
              <a:rPr lang="en-US"/>
              <a:t>-FI).</a:t>
            </a:r>
          </a:p>
          <a:p>
            <a:pPr fontAlgn="base"/>
            <a:endParaRPr lang="en-US"/>
          </a:p>
          <a:p>
            <a:pPr fontAlgn="base"/>
            <a:r>
              <a:rPr lang="en-US"/>
              <a:t>Create </a:t>
            </a:r>
            <a:r>
              <a:rPr lang="en-US" b="1"/>
              <a:t>unified</a:t>
            </a:r>
            <a:r>
              <a:rPr lang="en-US"/>
              <a:t> data model, lexicon, and ontology across Programming, Budgeting, and Execution.</a:t>
            </a:r>
          </a:p>
          <a:p>
            <a:pPr fontAlgn="base"/>
            <a:endParaRPr lang="en-US" b="1"/>
          </a:p>
          <a:p>
            <a:pPr fontAlgn="base"/>
            <a:r>
              <a:rPr lang="en-US" b="1"/>
              <a:t>Improve visibility</a:t>
            </a:r>
            <a:r>
              <a:rPr lang="en-US"/>
              <a:t> by providing a solid view of spend plan budget lines to payment, enabling users to analyze and track financial transactions more effectively. </a:t>
            </a:r>
          </a:p>
          <a:p>
            <a:pPr fontAlgn="base"/>
            <a:endParaRPr lang="en-US"/>
          </a:p>
          <a:p>
            <a:pPr fontAlgn="base"/>
            <a:r>
              <a:rPr lang="en-US"/>
              <a:t>Feature an </a:t>
            </a:r>
            <a:r>
              <a:rPr lang="en-US" b="1"/>
              <a:t>updated and a user-friendly interface, </a:t>
            </a:r>
            <a:r>
              <a:rPr lang="en-US"/>
              <a:t>ensuring a more intuitive and efficient navigation experiences for users.  </a:t>
            </a:r>
          </a:p>
          <a:p>
            <a:pPr fontAlgn="base"/>
            <a:endParaRPr lang="en-US" b="1"/>
          </a:p>
          <a:p>
            <a:pPr fontAlgn="base"/>
            <a:r>
              <a:rPr lang="en-US" b="1"/>
              <a:t>Seamless data integration </a:t>
            </a:r>
            <a:r>
              <a:rPr lang="en-US"/>
              <a:t>across core systems of record (DCIPS, CIVPAY, </a:t>
            </a:r>
            <a:r>
              <a:rPr lang="en-US" err="1"/>
              <a:t>MyHR</a:t>
            </a:r>
            <a:r>
              <a:rPr lang="en-US"/>
              <a:t>, AMS, FACTS).</a:t>
            </a:r>
          </a:p>
          <a:p>
            <a:pPr fontAlgn="base"/>
            <a:endParaRPr lang="en-US" b="1"/>
          </a:p>
          <a:p>
            <a:pPr fontAlgn="base"/>
            <a:r>
              <a:rPr lang="en-US" b="1"/>
              <a:t>Leverage Solution-First and Platform Approach </a:t>
            </a:r>
            <a:r>
              <a:rPr lang="en-US"/>
              <a:t>using Groundswell Integrated Budget Suite (GIBS) to create the BPS solution.</a:t>
            </a:r>
          </a:p>
        </p:txBody>
      </p:sp>
    </p:spTree>
    <p:extLst>
      <p:ext uri="{BB962C8B-B14F-4D97-AF65-F5344CB8AC3E}">
        <p14:creationId xmlns:p14="http://schemas.microsoft.com/office/powerpoint/2010/main" val="14355451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2B9684-C39C-11DF-4FD4-7F59C855C3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D2656F-255B-8D22-3FC8-6E0079DF28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Sprint Overview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342999-6E96-019F-8574-DF3ADEBF6F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4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64FC237-54FA-DB87-A952-E623D0690A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81100"/>
            <a:ext cx="12192000" cy="3712191"/>
          </a:xfrm>
          <a:prstGeom prst="rect">
            <a:avLst/>
          </a:prstGeom>
        </p:spPr>
      </p:pic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226798DB-15CA-0048-6268-174C2292172B}"/>
              </a:ext>
            </a:extLst>
          </p:cNvPr>
          <p:cNvCxnSpPr/>
          <p:nvPr/>
        </p:nvCxnSpPr>
        <p:spPr>
          <a:xfrm flipH="1">
            <a:off x="9580705" y="711370"/>
            <a:ext cx="16933" cy="4572000"/>
          </a:xfrm>
          <a:prstGeom prst="straightConnector1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DFEC74CE-99F3-7ADC-6FAC-F73D342E27A7}"/>
              </a:ext>
            </a:extLst>
          </p:cNvPr>
          <p:cNvSpPr txBox="1">
            <a:spLocks/>
          </p:cNvSpPr>
          <p:nvPr/>
        </p:nvSpPr>
        <p:spPr>
          <a:xfrm>
            <a:off x="380999" y="5184251"/>
            <a:ext cx="6477000" cy="1329067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2286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+mn-lt"/>
                <a:ea typeface="Roboto Light" panose="02000000000000000000" pitchFamily="2" charset="0"/>
                <a:cs typeface="+mn-cs"/>
              </a:defRPr>
            </a:lvl1pPr>
            <a:lvl2pPr marL="4572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Arial" panose="020B0503030202060203" pitchFamily="34" charset="0"/>
              <a:buChar char="–"/>
              <a:defRPr sz="2000" b="0" i="0" kern="1200">
                <a:solidFill>
                  <a:schemeClr val="tx1"/>
                </a:solidFill>
                <a:latin typeface="+mn-lt"/>
                <a:ea typeface="Roboto Light" panose="02000000000000000000" pitchFamily="2" charset="0"/>
                <a:cs typeface="+mn-cs"/>
              </a:defRPr>
            </a:lvl2pPr>
            <a:lvl3pPr marL="6858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+mn-lt"/>
                <a:ea typeface="Roboto Light" panose="02000000000000000000" pitchFamily="2" charset="0"/>
                <a:cs typeface="+mn-cs"/>
              </a:defRPr>
            </a:lvl3pPr>
            <a:lvl4pPr marL="9144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503030202060203" pitchFamily="34" charset="0"/>
              <a:buChar char="–"/>
              <a:defRPr sz="1800" b="0" i="0" kern="1200">
                <a:solidFill>
                  <a:schemeClr val="tx1"/>
                </a:solidFill>
                <a:latin typeface="+mn-lt"/>
                <a:ea typeface="Roboto Light" panose="02000000000000000000" pitchFamily="2" charset="0"/>
                <a:cs typeface="+mn-cs"/>
              </a:defRPr>
            </a:lvl4pPr>
            <a:lvl5pPr marL="11430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Roboto Light" panose="02000000000000000000" pitchFamily="2" charset="0"/>
                <a:cs typeface="+mn-cs"/>
              </a:defRPr>
            </a:lvl5pPr>
            <a:lvl6pPr marL="11113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503030202060203" pitchFamily="34" charset="0"/>
              <a:buNone/>
              <a:tabLst/>
              <a:defRPr sz="1600" b="0" i="0" kern="1200">
                <a:solidFill>
                  <a:schemeClr val="tx1"/>
                </a:solidFill>
                <a:latin typeface="+mn-lt"/>
                <a:ea typeface="Roboto Light" panose="02000000000000000000" pitchFamily="2" charset="0"/>
                <a:cs typeface="+mn-cs"/>
              </a:defRPr>
            </a:lvl6pPr>
            <a:lvl7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i="1">
                <a:ea typeface="Roboto Light"/>
              </a:rPr>
              <a:t>Program Details:</a:t>
            </a:r>
            <a:endParaRPr lang="en-US" i="1">
              <a:cs typeface="Roboto"/>
            </a:endParaRPr>
          </a:p>
          <a:p>
            <a:r>
              <a:rPr lang="en-US" i="1">
                <a:ea typeface="Roboto Light"/>
              </a:rPr>
              <a:t>2-year FOC (6/2026 – 6/2028)</a:t>
            </a:r>
          </a:p>
          <a:p>
            <a:r>
              <a:rPr lang="en-US" i="1">
                <a:ea typeface="Roboto Light"/>
              </a:rPr>
              <a:t>60 developments sprints (2 completed!)</a:t>
            </a:r>
            <a:endParaRPr lang="en-US"/>
          </a:p>
          <a:p>
            <a:endParaRPr lang="en-US" i="1">
              <a:cs typeface="Roboto"/>
            </a:endParaRPr>
          </a:p>
          <a:p>
            <a:endParaRPr lang="en-US" i="1">
              <a:cs typeface="Roboto"/>
            </a:endParaRP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C2A117AF-450B-A5D8-FF01-FD525AB53AD1}"/>
              </a:ext>
            </a:extLst>
          </p:cNvPr>
          <p:cNvSpPr txBox="1">
            <a:spLocks/>
          </p:cNvSpPr>
          <p:nvPr/>
        </p:nvSpPr>
        <p:spPr>
          <a:xfrm>
            <a:off x="5535167" y="5184251"/>
            <a:ext cx="6477000" cy="1329067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2286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+mn-lt"/>
                <a:ea typeface="Roboto Light" panose="02000000000000000000" pitchFamily="2" charset="0"/>
                <a:cs typeface="+mn-cs"/>
              </a:defRPr>
            </a:lvl1pPr>
            <a:lvl2pPr marL="4572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Arial" panose="020B0503030202060203" pitchFamily="34" charset="0"/>
              <a:buChar char="–"/>
              <a:defRPr sz="2000" b="0" i="0" kern="1200">
                <a:solidFill>
                  <a:schemeClr val="tx1"/>
                </a:solidFill>
                <a:latin typeface="+mn-lt"/>
                <a:ea typeface="Roboto Light" panose="02000000000000000000" pitchFamily="2" charset="0"/>
                <a:cs typeface="+mn-cs"/>
              </a:defRPr>
            </a:lvl2pPr>
            <a:lvl3pPr marL="6858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+mn-lt"/>
                <a:ea typeface="Roboto Light" panose="02000000000000000000" pitchFamily="2" charset="0"/>
                <a:cs typeface="+mn-cs"/>
              </a:defRPr>
            </a:lvl3pPr>
            <a:lvl4pPr marL="9144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503030202060203" pitchFamily="34" charset="0"/>
              <a:buChar char="–"/>
              <a:defRPr sz="1800" b="0" i="0" kern="1200">
                <a:solidFill>
                  <a:schemeClr val="tx1"/>
                </a:solidFill>
                <a:latin typeface="+mn-lt"/>
                <a:ea typeface="Roboto Light" panose="02000000000000000000" pitchFamily="2" charset="0"/>
                <a:cs typeface="+mn-cs"/>
              </a:defRPr>
            </a:lvl4pPr>
            <a:lvl5pPr marL="11430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Roboto Light" panose="02000000000000000000" pitchFamily="2" charset="0"/>
                <a:cs typeface="+mn-cs"/>
              </a:defRPr>
            </a:lvl5pPr>
            <a:lvl6pPr marL="11113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503030202060203" pitchFamily="34" charset="0"/>
              <a:buNone/>
              <a:tabLst/>
              <a:defRPr sz="1600" b="0" i="0" kern="1200">
                <a:solidFill>
                  <a:schemeClr val="tx1"/>
                </a:solidFill>
                <a:latin typeface="+mn-lt"/>
                <a:ea typeface="Roboto Light" panose="02000000000000000000" pitchFamily="2" charset="0"/>
                <a:cs typeface="+mn-cs"/>
              </a:defRPr>
            </a:lvl6pPr>
            <a:lvl7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i="1">
                <a:ea typeface="Roboto Light"/>
              </a:rPr>
              <a:t> Current Progress</a:t>
            </a:r>
            <a:endParaRPr lang="en-US" i="1">
              <a:cs typeface="Roboto"/>
            </a:endParaRPr>
          </a:p>
          <a:p>
            <a:r>
              <a:rPr lang="en-US" i="1">
                <a:ea typeface="Roboto Light"/>
              </a:rPr>
              <a:t>Completed second development sprint</a:t>
            </a:r>
          </a:p>
          <a:p>
            <a:endParaRPr lang="en-US" i="1">
              <a:cs typeface="Roboto"/>
            </a:endParaRPr>
          </a:p>
          <a:p>
            <a:endParaRPr lang="en-US" i="1">
              <a:cs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29057884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6B3547-3054-660A-4A6F-CB6D3D6F91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6D916B1-FC1C-7A43-DA53-3B43C61D28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/>
              <a:t>Next Iteration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66BA68E-FDAD-EEF8-4298-5A59A3CDF44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5" name="Google Shape;454;p25">
            <a:extLst>
              <a:ext uri="{FF2B5EF4-FFF2-40B4-BE49-F238E27FC236}">
                <a16:creationId xmlns:a16="http://schemas.microsoft.com/office/drawing/2014/main" id="{7C2D2897-AC32-0448-B59F-842EFD0C52F2}"/>
              </a:ext>
            </a:extLst>
          </p:cNvPr>
          <p:cNvSpPr txBox="1">
            <a:spLocks/>
          </p:cNvSpPr>
          <p:nvPr/>
        </p:nvSpPr>
        <p:spPr>
          <a:xfrm>
            <a:off x="402799" y="1095676"/>
            <a:ext cx="5952227" cy="50763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60925" rIns="121900" bIns="60925" rtlCol="0" anchor="t" anchorCtr="0">
            <a:noAutofit/>
          </a:bodyPr>
          <a:lstStyle>
            <a:lvl1pPr marL="2286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+mn-lt"/>
                <a:ea typeface="Roboto Light" panose="02000000000000000000" pitchFamily="2" charset="0"/>
                <a:cs typeface="+mn-cs"/>
              </a:defRPr>
            </a:lvl1pPr>
            <a:lvl2pPr marL="4572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Arial" panose="020B0503030202060203" pitchFamily="34" charset="0"/>
              <a:buChar char="–"/>
              <a:defRPr sz="2000" b="0" i="0" kern="1200">
                <a:solidFill>
                  <a:schemeClr val="tx1"/>
                </a:solidFill>
                <a:latin typeface="+mn-lt"/>
                <a:ea typeface="Roboto Light" panose="02000000000000000000" pitchFamily="2" charset="0"/>
                <a:cs typeface="+mn-cs"/>
              </a:defRPr>
            </a:lvl2pPr>
            <a:lvl3pPr marL="6858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+mn-lt"/>
                <a:ea typeface="Roboto Light" panose="02000000000000000000" pitchFamily="2" charset="0"/>
                <a:cs typeface="+mn-cs"/>
              </a:defRPr>
            </a:lvl3pPr>
            <a:lvl4pPr marL="9144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503030202060203" pitchFamily="34" charset="0"/>
              <a:buChar char="–"/>
              <a:defRPr sz="1800" b="0" i="0" kern="1200">
                <a:solidFill>
                  <a:schemeClr val="tx1"/>
                </a:solidFill>
                <a:latin typeface="+mn-lt"/>
                <a:ea typeface="Roboto Light" panose="02000000000000000000" pitchFamily="2" charset="0"/>
                <a:cs typeface="+mn-cs"/>
              </a:defRPr>
            </a:lvl4pPr>
            <a:lvl5pPr marL="11430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Roboto Light" panose="02000000000000000000" pitchFamily="2" charset="0"/>
                <a:cs typeface="+mn-cs"/>
              </a:defRPr>
            </a:lvl5pPr>
            <a:lvl6pPr marL="11113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503030202060203" pitchFamily="34" charset="0"/>
              <a:buNone/>
              <a:tabLst/>
              <a:defRPr sz="1600" b="0" i="0" kern="1200">
                <a:solidFill>
                  <a:schemeClr val="tx1"/>
                </a:solidFill>
                <a:latin typeface="+mn-lt"/>
                <a:ea typeface="Roboto Light" panose="02000000000000000000" pitchFamily="2" charset="0"/>
                <a:cs typeface="+mn-cs"/>
              </a:defRPr>
            </a:lvl6pPr>
            <a:lvl7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52400" indent="0">
              <a:lnSpc>
                <a:spcPct val="114285"/>
              </a:lnSpc>
              <a:spcBef>
                <a:spcPts val="800"/>
              </a:spcBef>
              <a:spcAft>
                <a:spcPts val="0"/>
              </a:spcAft>
              <a:buClr>
                <a:srgbClr val="393939"/>
              </a:buClr>
              <a:buSzPts val="2400"/>
              <a:buNone/>
            </a:pPr>
            <a:r>
              <a:rPr lang="en-US" sz="1800" b="1">
                <a:solidFill>
                  <a:schemeClr val="dk1"/>
                </a:solidFill>
              </a:rPr>
              <a:t>Iteration 2 Development</a:t>
            </a:r>
          </a:p>
          <a:p>
            <a:pPr marL="495300" indent="-342900">
              <a:lnSpc>
                <a:spcPct val="114285"/>
              </a:lnSpc>
              <a:spcBef>
                <a:spcPts val="800"/>
              </a:spcBef>
              <a:spcAft>
                <a:spcPts val="0"/>
              </a:spcAft>
              <a:buClr>
                <a:srgbClr val="393939"/>
              </a:buClr>
              <a:buSzPts val="2400"/>
            </a:pPr>
            <a:r>
              <a:rPr lang="en-US" sz="1800">
                <a:solidFill>
                  <a:schemeClr val="dk1"/>
                </a:solidFill>
              </a:rPr>
              <a:t>Managing foundational data elements</a:t>
            </a:r>
          </a:p>
          <a:p>
            <a:pPr marL="152400" indent="0">
              <a:lnSpc>
                <a:spcPct val="114285"/>
              </a:lnSpc>
              <a:spcBef>
                <a:spcPts val="800"/>
              </a:spcBef>
              <a:spcAft>
                <a:spcPts val="0"/>
              </a:spcAft>
              <a:buClr>
                <a:srgbClr val="393939"/>
              </a:buClr>
              <a:buSzPts val="2400"/>
              <a:buNone/>
            </a:pPr>
            <a:endParaRPr lang="en-US" sz="1800" b="1">
              <a:solidFill>
                <a:schemeClr val="dk1"/>
              </a:solidFill>
            </a:endParaRPr>
          </a:p>
          <a:p>
            <a:pPr marL="152400" indent="0">
              <a:lnSpc>
                <a:spcPct val="114285"/>
              </a:lnSpc>
              <a:spcBef>
                <a:spcPts val="800"/>
              </a:spcBef>
              <a:spcAft>
                <a:spcPts val="0"/>
              </a:spcAft>
              <a:buClr>
                <a:srgbClr val="393939"/>
              </a:buClr>
              <a:buSzPts val="2400"/>
              <a:buNone/>
            </a:pPr>
            <a:r>
              <a:rPr lang="en-US" sz="1800" b="1">
                <a:solidFill>
                  <a:schemeClr val="dk1"/>
                </a:solidFill>
              </a:rPr>
              <a:t>Agile Principles At Work</a:t>
            </a:r>
          </a:p>
          <a:p>
            <a:pPr marL="609600" indent="-457200">
              <a:lnSpc>
                <a:spcPct val="114285"/>
              </a:lnSpc>
              <a:spcBef>
                <a:spcPts val="800"/>
              </a:spcBef>
              <a:spcAft>
                <a:spcPts val="0"/>
              </a:spcAft>
              <a:buClr>
                <a:srgbClr val="393939"/>
              </a:buClr>
              <a:buSzPts val="2400"/>
              <a:buFont typeface="Arial" panose="020B0604020202020204" pitchFamily="34" charset="0"/>
              <a:buChar char="●"/>
            </a:pPr>
            <a:r>
              <a:rPr lang="en-US" sz="1800">
                <a:solidFill>
                  <a:schemeClr val="dk1"/>
                </a:solidFill>
              </a:rPr>
              <a:t>Agile over Waterfall</a:t>
            </a:r>
          </a:p>
          <a:p>
            <a:pPr marL="609600" indent="-457200">
              <a:lnSpc>
                <a:spcPct val="114285"/>
              </a:lnSpc>
              <a:spcBef>
                <a:spcPts val="800"/>
              </a:spcBef>
              <a:spcAft>
                <a:spcPts val="0"/>
              </a:spcAft>
              <a:buClr>
                <a:srgbClr val="393939"/>
              </a:buClr>
              <a:buSzPts val="2400"/>
              <a:buFont typeface="Arial" panose="020B0604020202020204" pitchFamily="34" charset="0"/>
              <a:buChar char="●"/>
            </a:pPr>
            <a:r>
              <a:rPr lang="en-US" sz="1800">
                <a:solidFill>
                  <a:schemeClr val="dk1"/>
                </a:solidFill>
              </a:rPr>
              <a:t>Inspect and Adapt</a:t>
            </a:r>
          </a:p>
          <a:p>
            <a:pPr marL="609600" indent="-457200">
              <a:lnSpc>
                <a:spcPct val="114285"/>
              </a:lnSpc>
              <a:spcBef>
                <a:spcPts val="800"/>
              </a:spcBef>
              <a:spcAft>
                <a:spcPts val="0"/>
              </a:spcAft>
              <a:buClr>
                <a:srgbClr val="393939"/>
              </a:buClr>
              <a:buSzPts val="2400"/>
              <a:buFont typeface="Arial" panose="020B0604020202020204" pitchFamily="34" charset="0"/>
              <a:buChar char="●"/>
            </a:pPr>
            <a:r>
              <a:rPr lang="en-US" sz="1800">
                <a:solidFill>
                  <a:schemeClr val="dk1"/>
                </a:solidFill>
              </a:rPr>
              <a:t>Specification by example</a:t>
            </a:r>
          </a:p>
          <a:p>
            <a:pPr marL="609600" indent="-457200">
              <a:lnSpc>
                <a:spcPct val="114285"/>
              </a:lnSpc>
              <a:spcBef>
                <a:spcPts val="800"/>
              </a:spcBef>
              <a:spcAft>
                <a:spcPts val="0"/>
              </a:spcAft>
              <a:buClr>
                <a:srgbClr val="393939"/>
              </a:buClr>
              <a:buSzPts val="2400"/>
              <a:buFont typeface="Arial" panose="020B0604020202020204" pitchFamily="34" charset="0"/>
              <a:buChar char="●"/>
            </a:pPr>
            <a:endParaRPr lang="en-US" sz="1800">
              <a:solidFill>
                <a:schemeClr val="dk1"/>
              </a:solidFill>
            </a:endParaRPr>
          </a:p>
          <a:p>
            <a:pPr marL="152400" indent="0">
              <a:lnSpc>
                <a:spcPct val="114285"/>
              </a:lnSpc>
              <a:spcBef>
                <a:spcPts val="800"/>
              </a:spcBef>
              <a:spcAft>
                <a:spcPts val="0"/>
              </a:spcAft>
              <a:buClr>
                <a:srgbClr val="393939"/>
              </a:buClr>
              <a:buSzPts val="2400"/>
              <a:buNone/>
            </a:pPr>
            <a:r>
              <a:rPr lang="en-US" sz="1800" b="1">
                <a:solidFill>
                  <a:schemeClr val="dk1"/>
                </a:solidFill>
              </a:rPr>
              <a:t>Architectural Principles at Work</a:t>
            </a:r>
          </a:p>
          <a:p>
            <a:pPr marL="609600" indent="-457200">
              <a:lnSpc>
                <a:spcPct val="114285"/>
              </a:lnSpc>
              <a:spcBef>
                <a:spcPts val="800"/>
              </a:spcBef>
              <a:spcAft>
                <a:spcPts val="0"/>
              </a:spcAft>
              <a:buClr>
                <a:srgbClr val="393939"/>
              </a:buClr>
              <a:buSzPts val="2400"/>
              <a:buFont typeface="Arial" panose="020B0604020202020204" pitchFamily="34" charset="0"/>
              <a:buChar char="●"/>
            </a:pPr>
            <a:r>
              <a:rPr lang="en-US" sz="1800">
                <a:solidFill>
                  <a:schemeClr val="dk1"/>
                </a:solidFill>
              </a:rPr>
              <a:t>Decoupling</a:t>
            </a:r>
          </a:p>
          <a:p>
            <a:pPr marL="609600" indent="-457200">
              <a:lnSpc>
                <a:spcPct val="114285"/>
              </a:lnSpc>
              <a:spcBef>
                <a:spcPts val="800"/>
              </a:spcBef>
              <a:spcAft>
                <a:spcPts val="0"/>
              </a:spcAft>
              <a:buClr>
                <a:srgbClr val="393939"/>
              </a:buClr>
              <a:buSzPts val="2400"/>
              <a:buFont typeface="Arial" panose="020B0604020202020204" pitchFamily="34" charset="0"/>
              <a:buChar char="●"/>
            </a:pPr>
            <a:r>
              <a:rPr lang="en-US" sz="1800">
                <a:solidFill>
                  <a:schemeClr val="dk1"/>
                </a:solidFill>
              </a:rPr>
              <a:t>Building out lowest-level entities first</a:t>
            </a:r>
          </a:p>
          <a:p>
            <a:pPr marL="609600" indent="-457200">
              <a:lnSpc>
                <a:spcPct val="114285"/>
              </a:lnSpc>
              <a:spcBef>
                <a:spcPts val="800"/>
              </a:spcBef>
              <a:spcAft>
                <a:spcPts val="0"/>
              </a:spcAft>
              <a:buClr>
                <a:srgbClr val="393939"/>
              </a:buClr>
              <a:buSzPts val="2400"/>
              <a:buFont typeface="Arial" panose="020B0604020202020204" pitchFamily="34" charset="0"/>
              <a:buChar char="●"/>
            </a:pPr>
            <a:r>
              <a:rPr lang="en-US" sz="1800">
                <a:solidFill>
                  <a:schemeClr val="dk1"/>
                </a:solidFill>
              </a:rPr>
              <a:t>End-to-end business process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5608F8C-3ED8-DC33-7C39-389AB60489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8886" y="0"/>
            <a:ext cx="473311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73910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B7D113-B3EE-2310-B1AE-BA479750D5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9F0C5-53BA-E12E-6BB8-081ED55B96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Sprint 2.1 Overview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FCA762-BEBC-AD2B-FEBE-50D4F7B89C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C66CF6B-8CFC-0432-CAE6-ADF1605CC658}"/>
              </a:ext>
            </a:extLst>
          </p:cNvPr>
          <p:cNvSpPr txBox="1">
            <a:spLocks/>
          </p:cNvSpPr>
          <p:nvPr/>
        </p:nvSpPr>
        <p:spPr>
          <a:xfrm>
            <a:off x="380999" y="5184251"/>
            <a:ext cx="11430000" cy="852817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2286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+mn-lt"/>
                <a:ea typeface="Roboto Light" panose="02000000000000000000" pitchFamily="2" charset="0"/>
                <a:cs typeface="+mn-cs"/>
              </a:defRPr>
            </a:lvl1pPr>
            <a:lvl2pPr marL="4572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Arial" panose="020B0503030202060203" pitchFamily="34" charset="0"/>
              <a:buChar char="–"/>
              <a:defRPr sz="2000" b="0" i="0" kern="1200">
                <a:solidFill>
                  <a:schemeClr val="tx1"/>
                </a:solidFill>
                <a:latin typeface="+mn-lt"/>
                <a:ea typeface="Roboto Light" panose="02000000000000000000" pitchFamily="2" charset="0"/>
                <a:cs typeface="+mn-cs"/>
              </a:defRPr>
            </a:lvl2pPr>
            <a:lvl3pPr marL="6858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+mn-lt"/>
                <a:ea typeface="Roboto Light" panose="02000000000000000000" pitchFamily="2" charset="0"/>
                <a:cs typeface="+mn-cs"/>
              </a:defRPr>
            </a:lvl3pPr>
            <a:lvl4pPr marL="9144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503030202060203" pitchFamily="34" charset="0"/>
              <a:buChar char="–"/>
              <a:defRPr sz="1800" b="0" i="0" kern="1200">
                <a:solidFill>
                  <a:schemeClr val="tx1"/>
                </a:solidFill>
                <a:latin typeface="+mn-lt"/>
                <a:ea typeface="Roboto Light" panose="02000000000000000000" pitchFamily="2" charset="0"/>
                <a:cs typeface="+mn-cs"/>
              </a:defRPr>
            </a:lvl4pPr>
            <a:lvl5pPr marL="11430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Roboto Light" panose="02000000000000000000" pitchFamily="2" charset="0"/>
                <a:cs typeface="+mn-cs"/>
              </a:defRPr>
            </a:lvl5pPr>
            <a:lvl6pPr marL="11113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503030202060203" pitchFamily="34" charset="0"/>
              <a:buNone/>
              <a:tabLst/>
              <a:defRPr sz="1600" b="0" i="0" kern="1200">
                <a:solidFill>
                  <a:schemeClr val="tx1"/>
                </a:solidFill>
                <a:latin typeface="+mn-lt"/>
                <a:ea typeface="Roboto Light" panose="02000000000000000000" pitchFamily="2" charset="0"/>
                <a:cs typeface="+mn-cs"/>
              </a:defRPr>
            </a:lvl6pPr>
            <a:lvl7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i="1" dirty="0">
                <a:ea typeface="Roboto Light"/>
              </a:rPr>
              <a:t>Sprint Goal</a:t>
            </a:r>
            <a:r>
              <a:rPr lang="en-US" i="1" dirty="0">
                <a:ea typeface="Roboto Light"/>
              </a:rPr>
              <a:t>: Continue to validate the BPS data model by redesigning how foundational data is managed (line items, funding structure fields). This is the first step in replacing legacy systems (</a:t>
            </a:r>
            <a:r>
              <a:rPr lang="en-US" i="1" dirty="0" err="1">
                <a:ea typeface="Roboto Light"/>
              </a:rPr>
              <a:t>iRMIS</a:t>
            </a:r>
            <a:r>
              <a:rPr lang="en-US" i="1" dirty="0">
                <a:ea typeface="Roboto Light"/>
              </a:rPr>
              <a:t> / </a:t>
            </a:r>
            <a:r>
              <a:rPr lang="en-US" i="1" dirty="0" err="1">
                <a:ea typeface="Roboto Light"/>
              </a:rPr>
              <a:t>iRMIS</a:t>
            </a:r>
            <a:r>
              <a:rPr lang="en-US" i="1" dirty="0">
                <a:ea typeface="Roboto Light"/>
              </a:rPr>
              <a:t>-FI) and unifying the </a:t>
            </a:r>
            <a:r>
              <a:rPr lang="en-US" i="1" dirty="0" err="1">
                <a:ea typeface="Roboto Light"/>
              </a:rPr>
              <a:t>iPPBE</a:t>
            </a:r>
            <a:r>
              <a:rPr lang="en-US" i="1" dirty="0">
                <a:ea typeface="Roboto Light"/>
              </a:rPr>
              <a:t> process at DIA.</a:t>
            </a:r>
            <a:endParaRPr lang="en-US" i="1" dirty="0">
              <a:cs typeface="Roboto"/>
            </a:endParaRPr>
          </a:p>
          <a:p>
            <a:endParaRPr lang="en-US" i="1" dirty="0">
              <a:cs typeface="Roboto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16DCD8B-60F9-6854-E04F-2EB6CBC48A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22" y="1276538"/>
            <a:ext cx="12031754" cy="3534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57162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826C8-517F-7447-746A-FB173CE650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Sprint Velocity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743FFC-FDA2-876A-1D3A-23B6A1099F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7</a:t>
            </a:fld>
            <a:endParaRPr lang="en-US"/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214178E7-4F4A-57E7-DB71-BBA20B5B06D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43389715"/>
              </p:ext>
            </p:extLst>
          </p:nvPr>
        </p:nvGraphicFramePr>
        <p:xfrm>
          <a:off x="2032000" y="811106"/>
          <a:ext cx="8128000" cy="5418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3502999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873D5A-8B05-B5F3-DB6D-132011C859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642219-B8DC-280C-1955-289F1DAF94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Demo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4CB99EF-93F0-D869-54EA-2A85912FC9BC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F90F471-3972-4120-B8B3-0237DE626C35}" type="slidenum">
              <a:rPr kumimoji="0" lang="en-US" sz="800" b="1" i="0" u="none" strike="noStrike" kern="1200" cap="none" spc="0" normalizeH="0" baseline="0" noProof="0" smtClean="0">
                <a:ln>
                  <a:noFill/>
                </a:ln>
                <a:solidFill>
                  <a:srgbClr val="969696"/>
                </a:solidFill>
                <a:effectLst/>
                <a:uLnTx/>
                <a:uFillTx/>
                <a:latin typeface="Roboto"/>
                <a:ea typeface="Roboto" panose="02000000000000000000" pitchFamily="2" charset="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800" b="1" i="0" u="none" strike="noStrike" kern="1200" cap="none" spc="0" normalizeH="0" baseline="0" noProof="0">
              <a:ln>
                <a:noFill/>
              </a:ln>
              <a:solidFill>
                <a:srgbClr val="969696"/>
              </a:solidFill>
              <a:effectLst/>
              <a:uLnTx/>
              <a:uFillTx/>
              <a:latin typeface="Roboto"/>
              <a:ea typeface="Roboto" panose="02000000000000000000" pitchFamily="2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815537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18E8F6-942A-95BF-0B8F-4D5226DD12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CFEE26-1085-6BCD-047C-729EC57DCC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Feedback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8AC32F-DC5C-B97E-3148-80CD47A8E293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 vert="horz" lIns="0" tIns="0" rIns="0" bIns="0" rtlCol="0" anchor="t">
            <a:noAutofit/>
          </a:bodyPr>
          <a:lstStyle/>
          <a:p>
            <a:r>
              <a:rPr lang="en-US"/>
              <a:t>Everyone is encouraged to provide feedback</a:t>
            </a:r>
          </a:p>
          <a:p>
            <a:endParaRPr lang="en-US"/>
          </a:p>
          <a:p>
            <a:r>
              <a:rPr lang="en-US"/>
              <a:t>We will pause after each ticket is presented to provide the opportunity to ask questions</a:t>
            </a:r>
          </a:p>
          <a:p>
            <a:pPr lvl="1"/>
            <a:r>
              <a:rPr lang="en-US"/>
              <a:t>Also utilize the “Raise Hand” and chat features in Teams</a:t>
            </a:r>
          </a:p>
          <a:p>
            <a:endParaRPr lang="en-US"/>
          </a:p>
          <a:p>
            <a:r>
              <a:rPr lang="en-US">
                <a:ea typeface="Roboto Light"/>
                <a:cs typeface="Roboto"/>
              </a:rPr>
              <a:t>Feedback will be tracked and prioritized by the team</a:t>
            </a:r>
            <a:endParaRPr lang="en-US">
              <a:ea typeface="Roboto Light"/>
            </a:endParaRPr>
          </a:p>
          <a:p>
            <a:pPr lvl="1"/>
            <a:r>
              <a:rPr lang="en-US">
                <a:ea typeface="Roboto Light"/>
                <a:cs typeface="Roboto"/>
              </a:rPr>
              <a:t>Quick fixes: completed time-permitting</a:t>
            </a:r>
            <a:endParaRPr lang="en-US"/>
          </a:p>
          <a:p>
            <a:pPr lvl="1"/>
            <a:r>
              <a:rPr lang="en-US">
                <a:ea typeface="Roboto Light"/>
                <a:cs typeface="Roboto"/>
              </a:rPr>
              <a:t>Larger items will be prioritized for future sprints</a:t>
            </a:r>
          </a:p>
          <a:p>
            <a:endParaRPr lang="en-US">
              <a:ea typeface="Roboto Light"/>
            </a:endParaRPr>
          </a:p>
          <a:p>
            <a:r>
              <a:rPr lang="en-US">
                <a:ea typeface="Roboto Light"/>
              </a:rPr>
              <a:t>Any longer discussions may need to wait until the end of the meeting to allow time for everyone to present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21D5C5-CB4D-FD48-427B-FB8BA8CB9EE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/>
              <a:t>Your input is needed!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9AAA43-DE92-4A08-EEE4-1502B2EAB7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59264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B02276-39CD-4085-3387-956676C7BD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632D05-5504-69BA-BC00-535D46C88A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Demo Notes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AEA261-DECF-B7D5-37FB-60440DC7BA9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80999" y="1873314"/>
            <a:ext cx="11430000" cy="800100"/>
          </a:xfrm>
        </p:spPr>
        <p:txBody>
          <a:bodyPr/>
          <a:lstStyle/>
          <a:p>
            <a:r>
              <a:rPr lang="en-US"/>
              <a:t>Work in Progress Banner</a:t>
            </a:r>
          </a:p>
          <a:p>
            <a:pPr lvl="1"/>
            <a:r>
              <a:rPr lang="en-US"/>
              <a:t>Placeholder used across the application to denote that a page is still under construction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AC1BAE-FC55-BFCA-3B6E-07E1E90C34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10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B9CA755-468E-A8CD-2ACE-68056BFAE6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3414"/>
          <a:stretch>
            <a:fillRect/>
          </a:stretch>
        </p:blipFill>
        <p:spPr>
          <a:xfrm>
            <a:off x="381000" y="1033927"/>
            <a:ext cx="7840169" cy="800100"/>
          </a:xfrm>
          <a:prstGeom prst="rect">
            <a:avLst/>
          </a:prstGeo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5DE8FBC-A066-BB56-8BE1-71F2E0055BBB}"/>
              </a:ext>
            </a:extLst>
          </p:cNvPr>
          <p:cNvSpPr txBox="1">
            <a:spLocks/>
          </p:cNvSpPr>
          <p:nvPr/>
        </p:nvSpPr>
        <p:spPr>
          <a:xfrm>
            <a:off x="380999" y="5451136"/>
            <a:ext cx="11430000" cy="852817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2286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+mn-lt"/>
                <a:ea typeface="Roboto Light" panose="02000000000000000000" pitchFamily="2" charset="0"/>
                <a:cs typeface="+mn-cs"/>
              </a:defRPr>
            </a:lvl1pPr>
            <a:lvl2pPr marL="4572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Arial" panose="020B0503030202060203" pitchFamily="34" charset="0"/>
              <a:buChar char="–"/>
              <a:defRPr sz="2000" b="0" i="0" kern="1200">
                <a:solidFill>
                  <a:schemeClr val="tx1"/>
                </a:solidFill>
                <a:latin typeface="+mn-lt"/>
                <a:ea typeface="Roboto Light" panose="02000000000000000000" pitchFamily="2" charset="0"/>
                <a:cs typeface="+mn-cs"/>
              </a:defRPr>
            </a:lvl2pPr>
            <a:lvl3pPr marL="6858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+mn-lt"/>
                <a:ea typeface="Roboto Light" panose="02000000000000000000" pitchFamily="2" charset="0"/>
                <a:cs typeface="+mn-cs"/>
              </a:defRPr>
            </a:lvl3pPr>
            <a:lvl4pPr marL="9144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503030202060203" pitchFamily="34" charset="0"/>
              <a:buChar char="–"/>
              <a:defRPr sz="1800" b="0" i="0" kern="1200">
                <a:solidFill>
                  <a:schemeClr val="tx1"/>
                </a:solidFill>
                <a:latin typeface="+mn-lt"/>
                <a:ea typeface="Roboto Light" panose="02000000000000000000" pitchFamily="2" charset="0"/>
                <a:cs typeface="+mn-cs"/>
              </a:defRPr>
            </a:lvl4pPr>
            <a:lvl5pPr marL="11430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Roboto Light" panose="02000000000000000000" pitchFamily="2" charset="0"/>
                <a:cs typeface="+mn-cs"/>
              </a:defRPr>
            </a:lvl5pPr>
            <a:lvl6pPr marL="11113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503030202060203" pitchFamily="34" charset="0"/>
              <a:buNone/>
              <a:tabLst/>
              <a:defRPr sz="1600" b="0" i="0" kern="1200">
                <a:solidFill>
                  <a:schemeClr val="tx1"/>
                </a:solidFill>
                <a:latin typeface="+mn-lt"/>
                <a:ea typeface="Roboto Light" panose="02000000000000000000" pitchFamily="2" charset="0"/>
                <a:cs typeface="+mn-cs"/>
              </a:defRPr>
            </a:lvl6pPr>
            <a:lvl7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Branding Colors and Icons</a:t>
            </a:r>
          </a:p>
          <a:p>
            <a:pPr lvl="1"/>
            <a:r>
              <a:rPr lang="en-US">
                <a:ea typeface="Roboto Light"/>
              </a:rPr>
              <a:t>The application look and feel has been updated to include DIA/BPS branding</a:t>
            </a:r>
            <a:endParaRPr lang="en-US">
              <a:cs typeface="Roboto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7252478-C66B-D2C2-9D5B-C274EF275E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999" y="3026605"/>
            <a:ext cx="9082887" cy="868273"/>
          </a:xfrm>
          <a:prstGeom prst="rect">
            <a:avLst/>
          </a:prstGeom>
        </p:spPr>
      </p:pic>
      <p:sp>
        <p:nvSpPr>
          <p:cNvPr id="6" name="Arrow: Down 5">
            <a:extLst>
              <a:ext uri="{FF2B5EF4-FFF2-40B4-BE49-F238E27FC236}">
                <a16:creationId xmlns:a16="http://schemas.microsoft.com/office/drawing/2014/main" id="{37235630-F32E-9200-5273-8D54381134B2}"/>
              </a:ext>
            </a:extLst>
          </p:cNvPr>
          <p:cNvSpPr/>
          <p:nvPr/>
        </p:nvSpPr>
        <p:spPr>
          <a:xfrm>
            <a:off x="4678934" y="3955796"/>
            <a:ext cx="484632" cy="491575"/>
          </a:xfrm>
          <a:prstGeom prst="down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n-US" err="1"/>
          </a:p>
        </p:txBody>
      </p:sp>
      <p:pic>
        <p:nvPicPr>
          <p:cNvPr id="9" name="Picture 8" descr="Graphical user interface&#10;&#10;AI-generated content may be incorrect.">
            <a:extLst>
              <a:ext uri="{FF2B5EF4-FFF2-40B4-BE49-F238E27FC236}">
                <a16:creationId xmlns:a16="http://schemas.microsoft.com/office/drawing/2014/main" id="{8E9B02C6-F73B-AD8D-ED6B-1B9119C060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3117" y="4511145"/>
            <a:ext cx="9076267" cy="862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85798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3D90D4-36B0-DAC5-5B97-E2E93590FE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437C5E-FFB5-EC34-C58D-E771AB6EC7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Story Overview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8A75358-47D7-CCFE-4C03-89A719649512}"/>
              </a:ext>
            </a:extLst>
          </p:cNvPr>
          <p:cNvGraphicFramePr>
            <a:graphicFrameLocks noGrp="1"/>
          </p:cNvGraphicFramePr>
          <p:nvPr>
            <p:ph sz="quarter" idx="10"/>
            <p:extLst>
              <p:ext uri="{D42A27DB-BD31-4B8C-83A1-F6EECF244321}">
                <p14:modId xmlns:p14="http://schemas.microsoft.com/office/powerpoint/2010/main" val="1184016674"/>
              </p:ext>
            </p:extLst>
          </p:nvPr>
        </p:nvGraphicFramePr>
        <p:xfrm>
          <a:off x="381000" y="1344168"/>
          <a:ext cx="11332461" cy="4379517"/>
        </p:xfrm>
        <a:graphic>
          <a:graphicData uri="http://schemas.openxmlformats.org/drawingml/2006/table">
            <a:tbl>
              <a:tblPr firstRow="1" bandRow="1">
                <a:tableStyleId>{A0BC3CC4-8867-4C89-9D3F-A6A6B9ED4035}</a:tableStyleId>
              </a:tblPr>
              <a:tblGrid>
                <a:gridCol w="1904999">
                  <a:extLst>
                    <a:ext uri="{9D8B030D-6E8A-4147-A177-3AD203B41FA5}">
                      <a16:colId xmlns:a16="http://schemas.microsoft.com/office/drawing/2014/main" val="1300969720"/>
                    </a:ext>
                  </a:extLst>
                </a:gridCol>
                <a:gridCol w="6876287">
                  <a:extLst>
                    <a:ext uri="{9D8B030D-6E8A-4147-A177-3AD203B41FA5}">
                      <a16:colId xmlns:a16="http://schemas.microsoft.com/office/drawing/2014/main" val="2807994323"/>
                    </a:ext>
                  </a:extLst>
                </a:gridCol>
                <a:gridCol w="2551175">
                  <a:extLst>
                    <a:ext uri="{9D8B030D-6E8A-4147-A177-3AD203B41FA5}">
                      <a16:colId xmlns:a16="http://schemas.microsoft.com/office/drawing/2014/main" val="319675949"/>
                    </a:ext>
                  </a:extLst>
                </a:gridCol>
              </a:tblGrid>
              <a:tr h="431368">
                <a:tc>
                  <a:txBody>
                    <a:bodyPr/>
                    <a:lstStyle/>
                    <a:p>
                      <a:r>
                        <a:rPr lang="en-US" sz="1600" dirty="0"/>
                        <a:t>Ticket Number</a:t>
                      </a:r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Summary</a:t>
                      </a:r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Presenter</a:t>
                      </a:r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336109"/>
                  </a:ext>
                </a:extLst>
              </a:tr>
              <a:tr h="43136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DIABPS-428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Viewer Access Revisions on Tags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Tommy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446091784"/>
                  </a:ext>
                </a:extLst>
              </a:tr>
              <a:tr h="43136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DIABPS-413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Viewer Access Revisions on Requirements (Planning and Execution Modules)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Tommy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161276163"/>
                  </a:ext>
                </a:extLst>
              </a:tr>
              <a:tr h="43136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DIABPS-211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Implement Audit History for DRA Codes (Funds Management Module)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Tommy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613059237"/>
                  </a:ext>
                </a:extLst>
              </a:tr>
              <a:tr h="43136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DIABPS-399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Implement Audit History for PIA Codes (Funds Management Module)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Tommy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527875657"/>
                  </a:ext>
                </a:extLst>
              </a:tr>
              <a:tr h="43136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DIABPS-400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Implement Audit History for SPEC Codes (Funds Management Module)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Tommy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034178699"/>
                  </a:ext>
                </a:extLst>
              </a:tr>
              <a:tr h="43136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DIABPS-212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Add an IT Field on a Line Item (Planning Module)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Jacob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553518805"/>
                  </a:ext>
                </a:extLst>
              </a:tr>
              <a:tr h="43136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DIABPS-148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Create an Expenditure Center (Control Table Module)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Jacob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864771283"/>
                  </a:ext>
                </a:extLst>
              </a:tr>
              <a:tr h="43136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DIABPS-170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Update an Expenditure Center (Control Table Module)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Jacob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444998390"/>
                  </a:ext>
                </a:extLst>
              </a:tr>
              <a:tr h="43136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DIABPS-171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View Expenditure Centers (Control Table Module)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Jacob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442427324"/>
                  </a:ext>
                </a:extLst>
              </a:tr>
            </a:tbl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415DEE3-0563-B088-E4A9-822F2DA1EB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2747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BEF5FD-094A-6C50-CC88-952B2B122E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61F21A-93D7-2B30-489C-F1DB5C26C1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Story Overview (cont.)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66EE01E-C65D-50B8-CE20-C1D301E9AB6E}"/>
              </a:ext>
            </a:extLst>
          </p:cNvPr>
          <p:cNvGraphicFramePr>
            <a:graphicFrameLocks noGrp="1"/>
          </p:cNvGraphicFramePr>
          <p:nvPr>
            <p:ph sz="quarter" idx="10"/>
            <p:extLst>
              <p:ext uri="{D42A27DB-BD31-4B8C-83A1-F6EECF244321}">
                <p14:modId xmlns:p14="http://schemas.microsoft.com/office/powerpoint/2010/main" val="1054397129"/>
              </p:ext>
            </p:extLst>
          </p:nvPr>
        </p:nvGraphicFramePr>
        <p:xfrm>
          <a:off x="381000" y="1344168"/>
          <a:ext cx="11332464" cy="3019576"/>
        </p:xfrm>
        <a:graphic>
          <a:graphicData uri="http://schemas.openxmlformats.org/drawingml/2006/table">
            <a:tbl>
              <a:tblPr firstRow="1" bandRow="1">
                <a:tableStyleId>{A0BC3CC4-8867-4C89-9D3F-A6A6B9ED4035}</a:tableStyleId>
              </a:tblPr>
              <a:tblGrid>
                <a:gridCol w="1905000">
                  <a:extLst>
                    <a:ext uri="{9D8B030D-6E8A-4147-A177-3AD203B41FA5}">
                      <a16:colId xmlns:a16="http://schemas.microsoft.com/office/drawing/2014/main" val="1300969720"/>
                    </a:ext>
                  </a:extLst>
                </a:gridCol>
                <a:gridCol w="6876288">
                  <a:extLst>
                    <a:ext uri="{9D8B030D-6E8A-4147-A177-3AD203B41FA5}">
                      <a16:colId xmlns:a16="http://schemas.microsoft.com/office/drawing/2014/main" val="2807994323"/>
                    </a:ext>
                  </a:extLst>
                </a:gridCol>
                <a:gridCol w="2551176">
                  <a:extLst>
                    <a:ext uri="{9D8B030D-6E8A-4147-A177-3AD203B41FA5}">
                      <a16:colId xmlns:a16="http://schemas.microsoft.com/office/drawing/2014/main" val="319675949"/>
                    </a:ext>
                  </a:extLst>
                </a:gridCol>
              </a:tblGrid>
              <a:tr h="431368">
                <a:tc>
                  <a:txBody>
                    <a:bodyPr/>
                    <a:lstStyle/>
                    <a:p>
                      <a:r>
                        <a:rPr lang="en-US" sz="1600" dirty="0"/>
                        <a:t>Ticket Number</a:t>
                      </a:r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Summary</a:t>
                      </a:r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Presenter</a:t>
                      </a:r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336109"/>
                  </a:ext>
                </a:extLst>
              </a:tr>
              <a:tr h="43136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DIABPS-173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Create a Project (Control Table Module)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Mishelle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446091784"/>
                  </a:ext>
                </a:extLst>
              </a:tr>
              <a:tr h="43136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DIABPS-175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Update a Project (Control Table Module)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Mishelle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161276163"/>
                  </a:ext>
                </a:extLst>
              </a:tr>
              <a:tr h="43136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DIABPS-176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View Projects (Control Table Module)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Mishelle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613059237"/>
                  </a:ext>
                </a:extLst>
              </a:tr>
              <a:tr h="43136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DIABPS-179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Create a Subproject (Control Table Module)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Aidan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527875657"/>
                  </a:ext>
                </a:extLst>
              </a:tr>
              <a:tr h="43136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DIABPS-180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Update a Subproject (Control Table Module)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Aidan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034178699"/>
                  </a:ext>
                </a:extLst>
              </a:tr>
              <a:tr h="43136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DIABPS-181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View Subprojects (Control Table Module)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Aidan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692985663"/>
                  </a:ext>
                </a:extLst>
              </a:tr>
            </a:tbl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F90FCC-BCC5-204C-8FDF-27952D7829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4572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54648D-3CEF-6283-0D3E-D8406E623E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815025-B444-27B2-D7A1-D247B7C964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Looking Ahead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C0F8A0E-19B6-1A53-A98F-2630CE13F519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F90F471-3972-4120-B8B3-0237DE626C35}" type="slidenum">
              <a:rPr kumimoji="0" lang="en-US" sz="800" b="1" i="0" u="none" strike="noStrike" kern="1200" cap="none" spc="0" normalizeH="0" baseline="0" noProof="0" smtClean="0">
                <a:ln>
                  <a:noFill/>
                </a:ln>
                <a:solidFill>
                  <a:srgbClr val="969696"/>
                </a:solidFill>
                <a:effectLst/>
                <a:uLnTx/>
                <a:uFillTx/>
                <a:latin typeface="Roboto"/>
                <a:ea typeface="Roboto" panose="02000000000000000000" pitchFamily="2" charset="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800" b="1" i="0" u="none" strike="noStrike" kern="1200" cap="none" spc="0" normalizeH="0" baseline="0" noProof="0">
              <a:ln>
                <a:noFill/>
              </a:ln>
              <a:solidFill>
                <a:srgbClr val="969696"/>
              </a:solidFill>
              <a:effectLst/>
              <a:uLnTx/>
              <a:uFillTx/>
              <a:latin typeface="Roboto"/>
              <a:ea typeface="Roboto" panose="02000000000000000000" pitchFamily="2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291985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B7D113-B3EE-2310-B1AE-BA479750D5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9F0C5-53BA-E12E-6BB8-081ED55B96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Next Sprint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FCA762-BEBC-AD2B-FEBE-50D4F7B89C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F4BBFF1-530C-8D73-A344-149F0DE00EEC}"/>
              </a:ext>
            </a:extLst>
          </p:cNvPr>
          <p:cNvSpPr txBox="1">
            <a:spLocks/>
          </p:cNvSpPr>
          <p:nvPr/>
        </p:nvSpPr>
        <p:spPr>
          <a:xfrm>
            <a:off x="402165" y="5417084"/>
            <a:ext cx="11250084" cy="1096234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2286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+mn-lt"/>
                <a:ea typeface="Roboto Light" panose="02000000000000000000" pitchFamily="2" charset="0"/>
                <a:cs typeface="+mn-cs"/>
              </a:defRPr>
            </a:lvl1pPr>
            <a:lvl2pPr marL="4572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Arial" panose="020B0503030202060203" pitchFamily="34" charset="0"/>
              <a:buChar char="–"/>
              <a:defRPr sz="2000" b="0" i="0" kern="1200">
                <a:solidFill>
                  <a:schemeClr val="tx1"/>
                </a:solidFill>
                <a:latin typeface="+mn-lt"/>
                <a:ea typeface="Roboto Light" panose="02000000000000000000" pitchFamily="2" charset="0"/>
                <a:cs typeface="+mn-cs"/>
              </a:defRPr>
            </a:lvl2pPr>
            <a:lvl3pPr marL="6858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+mn-lt"/>
                <a:ea typeface="Roboto Light" panose="02000000000000000000" pitchFamily="2" charset="0"/>
                <a:cs typeface="+mn-cs"/>
              </a:defRPr>
            </a:lvl3pPr>
            <a:lvl4pPr marL="9144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503030202060203" pitchFamily="34" charset="0"/>
              <a:buChar char="–"/>
              <a:defRPr sz="1800" b="0" i="0" kern="1200">
                <a:solidFill>
                  <a:schemeClr val="tx1"/>
                </a:solidFill>
                <a:latin typeface="+mn-lt"/>
                <a:ea typeface="Roboto Light" panose="02000000000000000000" pitchFamily="2" charset="0"/>
                <a:cs typeface="+mn-cs"/>
              </a:defRPr>
            </a:lvl4pPr>
            <a:lvl5pPr marL="11430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Roboto Light" panose="02000000000000000000" pitchFamily="2" charset="0"/>
                <a:cs typeface="+mn-cs"/>
              </a:defRPr>
            </a:lvl5pPr>
            <a:lvl6pPr marL="11113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503030202060203" pitchFamily="34" charset="0"/>
              <a:buNone/>
              <a:tabLst/>
              <a:defRPr sz="1600" b="0" i="0" kern="1200">
                <a:solidFill>
                  <a:schemeClr val="tx1"/>
                </a:solidFill>
                <a:latin typeface="+mn-lt"/>
                <a:ea typeface="Roboto Light" panose="02000000000000000000" pitchFamily="2" charset="0"/>
                <a:cs typeface="+mn-cs"/>
              </a:defRPr>
            </a:lvl6pPr>
            <a:lvl7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i="1" dirty="0">
                <a:ea typeface="Roboto Light"/>
              </a:rPr>
              <a:t>2.1 Sprint Goal (draft): </a:t>
            </a:r>
            <a:endParaRPr lang="en-US" dirty="0">
              <a:ea typeface="Roboto"/>
              <a:cs typeface="Roboto"/>
            </a:endParaRPr>
          </a:p>
          <a:p>
            <a:endParaRPr lang="en-US" i="1" dirty="0">
              <a:cs typeface="Roboto"/>
            </a:endParaRPr>
          </a:p>
          <a:p>
            <a:endParaRPr lang="en-US" i="1" dirty="0">
              <a:cs typeface="Roboto"/>
            </a:endParaRPr>
          </a:p>
          <a:p>
            <a:endParaRPr lang="en-US" i="1" dirty="0">
              <a:cs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41939015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F94381-5B2B-454A-3103-0A93A881F1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Questions?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CCA722E-7EDF-593F-B971-EB260BB8F818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F90F471-3972-4120-B8B3-0237DE626C35}" type="slidenum">
              <a:rPr kumimoji="0" lang="en-US" sz="800" b="1" i="0" u="none" strike="noStrike" kern="1200" cap="none" spc="0" normalizeH="0" baseline="0" noProof="0" smtClean="0">
                <a:ln>
                  <a:noFill/>
                </a:ln>
                <a:solidFill>
                  <a:srgbClr val="969696"/>
                </a:solidFill>
                <a:effectLst/>
                <a:uLnTx/>
                <a:uFillTx/>
                <a:latin typeface="Roboto"/>
                <a:ea typeface="Roboto" panose="02000000000000000000" pitchFamily="2" charset="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800" b="1" i="0" u="none" strike="noStrike" kern="1200" cap="none" spc="0" normalizeH="0" baseline="0" noProof="0">
              <a:ln>
                <a:noFill/>
              </a:ln>
              <a:solidFill>
                <a:srgbClr val="969696"/>
              </a:solidFill>
              <a:effectLst/>
              <a:uLnTx/>
              <a:uFillTx/>
              <a:latin typeface="Roboto"/>
              <a:ea typeface="Roboto" panose="02000000000000000000" pitchFamily="2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5883539"/>
      </p:ext>
    </p:extLst>
  </p:cSld>
  <p:clrMapOvr>
    <a:masterClrMapping/>
  </p:clrMapOvr>
</p:sld>
</file>

<file path=ppt/theme/theme1.xml><?xml version="1.0" encoding="utf-8"?>
<a:theme xmlns:a="http://schemas.openxmlformats.org/drawingml/2006/main" name="Accenture 2020">
  <a:themeElements>
    <a:clrScheme name="Groundswell_colors">
      <a:dk1>
        <a:srgbClr val="000000"/>
      </a:dk1>
      <a:lt1>
        <a:srgbClr val="FFFFFF"/>
      </a:lt1>
      <a:dk2>
        <a:srgbClr val="969696"/>
      </a:dk2>
      <a:lt2>
        <a:srgbClr val="E6E6DC"/>
      </a:lt2>
      <a:accent1>
        <a:srgbClr val="6BE39E"/>
      </a:accent1>
      <a:accent2>
        <a:srgbClr val="98ECBC"/>
      </a:accent2>
      <a:accent3>
        <a:srgbClr val="0EB4FF"/>
      </a:accent3>
      <a:accent4>
        <a:srgbClr val="61CEFF"/>
      </a:accent4>
      <a:accent5>
        <a:srgbClr val="84FF32"/>
      </a:accent5>
      <a:accent6>
        <a:srgbClr val="AAFF71"/>
      </a:accent6>
      <a:hlink>
        <a:srgbClr val="0070C0"/>
      </a:hlink>
      <a:folHlink>
        <a:srgbClr val="78B832"/>
      </a:folHlink>
    </a:clrScheme>
    <a:fontScheme name="Groundswell">
      <a:majorFont>
        <a:latin typeface="Magistral Medium"/>
        <a:ea typeface=""/>
        <a:cs typeface=""/>
      </a:majorFont>
      <a:minorFont>
        <a:latin typeface="Robot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tIns="91440" bIns="91440" rtlCol="0" anchor="ctr"/>
      <a:lstStyle>
        <a:defPPr algn="ctr"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 defTabSz="228600">
          <a:spcAft>
            <a:spcPts val="1200"/>
          </a:spcAft>
          <a:defRPr noProof="0" dirty="0" smtClean="0"/>
        </a:defPPr>
      </a:lstStyle>
    </a:txDef>
  </a:objectDefaults>
  <a:extraClrSchemeLst/>
  <a:custClrLst>
    <a:custClr name="Accent Purple 1">
      <a:srgbClr val="B455AA"/>
    </a:custClr>
    <a:custClr name="Accent Purple 2">
      <a:srgbClr val="A055F5"/>
    </a:custClr>
    <a:custClr name="Accent Purple 3">
      <a:srgbClr val="BE82FF"/>
    </a:custClr>
    <a:custClr name="Accent Purple 4">
      <a:srgbClr val="DCAFFF"/>
    </a:custClr>
    <a:custClr name="Accent Purple 5">
      <a:srgbClr val="E6DC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ue">
      <a:srgbClr val="0041F0"/>
    </a:custClr>
    <a:custClr name="Light Blue">
      <a:srgbClr val="00FFFF"/>
    </a:custClr>
    <a:custClr name="Green">
      <a:srgbClr val="64FF50"/>
    </a:custClr>
    <a:custClr name="Blue Green">
      <a:srgbClr val="05F0A5"/>
    </a:custClr>
    <a:custClr name="Red">
      <a:srgbClr val="FF3246"/>
    </a:custClr>
    <a:custClr name="Pink">
      <a:srgbClr val="FF50A0"/>
    </a:custClr>
    <a:custClr name="Orange">
      <a:srgbClr val="FF7800"/>
    </a:custClr>
    <a:custClr name="Yellow">
      <a:srgbClr val="FFEB32"/>
    </a:custClr>
    <a:custClr name="BLANK">
      <a:srgbClr val="FFFFFF"/>
    </a:custClr>
    <a:custClr name="BLANK">
      <a:srgbClr val="FFFFFF"/>
    </a:custClr>
  </a:custClrLst>
  <a:extLst>
    <a:ext uri="{05A4C25C-085E-4340-85A3-A5531E510DB2}">
      <thm15:themeFamily xmlns:thm15="http://schemas.microsoft.com/office/thememl/2012/main" name="Acc_PPT_IMP_Tmplt_Arial_Fixed-Accessibility_20220110" id="{CA583B9F-0B41-D840-A7C7-3E651F2D53C4}" vid="{48F61398-557F-264C-9F4B-910CD90DBA59}"/>
    </a:ext>
  </a:extLst>
</a:theme>
</file>

<file path=ppt/theme/theme2.xml><?xml version="1.0" encoding="utf-8"?>
<a:theme xmlns:a="http://schemas.openxmlformats.org/drawingml/2006/main" name="Groundswell">
  <a:themeElements>
    <a:clrScheme name="Groundswell_colors">
      <a:dk1>
        <a:srgbClr val="000000"/>
      </a:dk1>
      <a:lt1>
        <a:srgbClr val="FFFFFF"/>
      </a:lt1>
      <a:dk2>
        <a:srgbClr val="969696"/>
      </a:dk2>
      <a:lt2>
        <a:srgbClr val="E6E6DC"/>
      </a:lt2>
      <a:accent1>
        <a:srgbClr val="6BE39E"/>
      </a:accent1>
      <a:accent2>
        <a:srgbClr val="98ECBC"/>
      </a:accent2>
      <a:accent3>
        <a:srgbClr val="0EB4FF"/>
      </a:accent3>
      <a:accent4>
        <a:srgbClr val="61CEFF"/>
      </a:accent4>
      <a:accent5>
        <a:srgbClr val="84FF32"/>
      </a:accent5>
      <a:accent6>
        <a:srgbClr val="AAFF71"/>
      </a:accent6>
      <a:hlink>
        <a:srgbClr val="0070C0"/>
      </a:hlink>
      <a:folHlink>
        <a:srgbClr val="78B832"/>
      </a:folHlink>
    </a:clrScheme>
    <a:fontScheme name="Groundswell">
      <a:majorFont>
        <a:latin typeface="Magistral Medium"/>
        <a:ea typeface=""/>
        <a:cs typeface=""/>
      </a:majorFont>
      <a:minorFont>
        <a:latin typeface="Robot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tIns="91440" bIns="91440" rtlCol="0" anchor="ctr"/>
      <a:lstStyle>
        <a:defPPr algn="ctr"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 defTabSz="228600">
          <a:spcAft>
            <a:spcPts val="1200"/>
          </a:spcAft>
          <a:defRPr noProof="0" dirty="0" smtClean="0"/>
        </a:defPPr>
      </a:lstStyle>
    </a:txDef>
  </a:objectDefaults>
  <a:extraClrSchemeLst/>
  <a:custClrLst>
    <a:custClr name="Accent Purple 1">
      <a:srgbClr val="B455AA"/>
    </a:custClr>
    <a:custClr name="Accent Purple 2">
      <a:srgbClr val="A055F5"/>
    </a:custClr>
    <a:custClr name="Accent Purple 3">
      <a:srgbClr val="BE82FF"/>
    </a:custClr>
    <a:custClr name="Accent Purple 4">
      <a:srgbClr val="DCAFFF"/>
    </a:custClr>
    <a:custClr name="Accent Purple 5">
      <a:srgbClr val="E6DC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ue">
      <a:srgbClr val="0041F0"/>
    </a:custClr>
    <a:custClr name="Light Blue">
      <a:srgbClr val="00FFFF"/>
    </a:custClr>
    <a:custClr name="Green">
      <a:srgbClr val="64FF50"/>
    </a:custClr>
    <a:custClr name="Blue Green">
      <a:srgbClr val="05F0A5"/>
    </a:custClr>
    <a:custClr name="Red">
      <a:srgbClr val="FF3246"/>
    </a:custClr>
    <a:custClr name="Pink">
      <a:srgbClr val="FF50A0"/>
    </a:custClr>
    <a:custClr name="Orange">
      <a:srgbClr val="FF7800"/>
    </a:custClr>
    <a:custClr name="Yellow">
      <a:srgbClr val="FFEB32"/>
    </a:custClr>
    <a:custClr name="BLANK">
      <a:srgbClr val="FFFFFF"/>
    </a:custClr>
    <a:custClr name="BLANK">
      <a:srgbClr val="FFFFFF"/>
    </a:custClr>
  </a:custClrLst>
  <a:extLst>
    <a:ext uri="{05A4C25C-085E-4340-85A3-A5531E510DB2}">
      <thm15:themeFamily xmlns:thm15="http://schemas.microsoft.com/office/thememl/2012/main" name="Groundswell" id="{16B9E6E2-CF48-48C9-82D5-307F745B15B6}" vid="{B60F9CA3-305F-4077-8EF7-383D079F054A}"/>
    </a:ext>
  </a:extLst>
</a:theme>
</file>

<file path=ppt/theme/theme3.xml><?xml version="1.0" encoding="utf-8"?>
<a:theme xmlns:a="http://schemas.openxmlformats.org/drawingml/2006/main" name="Office Theme">
  <a:themeElements>
    <a:clrScheme name="Acc_Colors_2020">
      <a:dk1>
        <a:srgbClr val="000000"/>
      </a:dk1>
      <a:lt1>
        <a:srgbClr val="FFFFFF"/>
      </a:lt1>
      <a:dk2>
        <a:srgbClr val="96968C"/>
      </a:dk2>
      <a:lt2>
        <a:srgbClr val="E6E6DC"/>
      </a:lt2>
      <a:accent1>
        <a:srgbClr val="A100FF"/>
      </a:accent1>
      <a:accent2>
        <a:srgbClr val="7500C0"/>
      </a:accent2>
      <a:accent3>
        <a:srgbClr val="460073"/>
      </a:accent3>
      <a:accent4>
        <a:srgbClr val="B455AA"/>
      </a:accent4>
      <a:accent5>
        <a:srgbClr val="BE82FF"/>
      </a:accent5>
      <a:accent6>
        <a:srgbClr val="DCAFFF"/>
      </a:accent6>
      <a:hlink>
        <a:srgbClr val="A100FF"/>
      </a:hlink>
      <a:folHlink>
        <a:srgbClr val="7500C0"/>
      </a:folHlink>
    </a:clrScheme>
    <a:fontScheme name="Acc_Fonts_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ReviewStatus xmlns="d8f5ae6a-ec56-40f2-bc7a-3e59f76e0214" xsi:nil="true"/>
    <Order0 xmlns="d8f5ae6a-ec56-40f2-bc7a-3e59f76e0214" xsi:nil="true"/>
    <lcf76f155ced4ddcb4097134ff3c332f xmlns="d8f5ae6a-ec56-40f2-bc7a-3e59f76e0214">
      <Terms xmlns="http://schemas.microsoft.com/office/infopath/2007/PartnerControls"/>
    </lcf76f155ced4ddcb4097134ff3c332f>
    <TaxCatchAll xmlns="99f14b95-789e-40d6-8c96-5e9cb7a3146a" xsi:nil="true"/>
    <Epic xmlns="d8f5ae6a-ec56-40f2-bc7a-3e59f76e0214" xsi:nil="true"/>
    <DocStatus xmlns="d8f5ae6a-ec56-40f2-bc7a-3e59f76e0214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8A32C4F77C3334C8BFEB5332318D1AA" ma:contentTypeVersion="20" ma:contentTypeDescription="Create a new document." ma:contentTypeScope="" ma:versionID="e503fcb77c401b4776d7639fafadf98e">
  <xsd:schema xmlns:xsd="http://www.w3.org/2001/XMLSchema" xmlns:xs="http://www.w3.org/2001/XMLSchema" xmlns:p="http://schemas.microsoft.com/office/2006/metadata/properties" xmlns:ns2="d8f5ae6a-ec56-40f2-bc7a-3e59f76e0214" xmlns:ns3="99f14b95-789e-40d6-8c96-5e9cb7a3146a" targetNamespace="http://schemas.microsoft.com/office/2006/metadata/properties" ma:root="true" ma:fieldsID="003ceb8c8fedf0e7e02e08678ccfce0f" ns2:_="" ns3:_="">
    <xsd:import namespace="d8f5ae6a-ec56-40f2-bc7a-3e59f76e0214"/>
    <xsd:import namespace="99f14b95-789e-40d6-8c96-5e9cb7a3146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ObjectDetectorVersions" minOccurs="0"/>
                <xsd:element ref="ns2:MediaServiceSearchProperties" minOccurs="0"/>
                <xsd:element ref="ns2:Order0" minOccurs="0"/>
                <xsd:element ref="ns2:ReviewStatus" minOccurs="0"/>
                <xsd:element ref="ns2:Epic" minOccurs="0"/>
                <xsd:element ref="ns2:Doc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8f5ae6a-ec56-40f2-bc7a-3e59f76e021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1e8826d9-3e3f-4f02-9e43-158d6022683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17" nillable="true" ma:displayName="Location" ma:indexed="true" ma:internalName="MediaServiceLocation" ma:readOnly="true">
      <xsd:simpleType>
        <xsd:restriction base="dms:Text"/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Order0" ma:index="23" nillable="true" ma:displayName="Order" ma:format="Dropdown" ma:internalName="Order0" ma:percentage="FALSE">
      <xsd:simpleType>
        <xsd:restriction base="dms:Number"/>
      </xsd:simpleType>
    </xsd:element>
    <xsd:element name="ReviewStatus" ma:index="24" nillable="true" ma:displayName="Status" ma:format="Dropdown" ma:internalName="ReviewStatus">
      <xsd:simpleType>
        <xsd:restriction base="dms:Choice">
          <xsd:enumeration value="Draft"/>
          <xsd:enumeration value="Ready for Review"/>
          <xsd:enumeration value="Complete"/>
        </xsd:restriction>
      </xsd:simpleType>
    </xsd:element>
    <xsd:element name="Epic" ma:index="25" nillable="true" ma:displayName="Locations" ma:format="Dropdown" ma:internalName="Epic">
      <xsd:simpleType>
        <xsd:restriction base="dms:Choice">
          <xsd:enumeration value="Program"/>
          <xsd:enumeration value="Project"/>
          <xsd:enumeration value="Procurement"/>
          <xsd:enumeration value="Admin Actions"/>
          <xsd:enumeration value="System"/>
        </xsd:restriction>
      </xsd:simpleType>
    </xsd:element>
    <xsd:element name="DocStatus" ma:index="26" nillable="true" ma:displayName="Doc Status" ma:description="Where the document is in process" ma:format="Dropdown" ma:internalName="DocStatus">
      <xsd:simpleType>
        <xsd:restriction base="dms:Choice">
          <xsd:enumeration value="Draft"/>
          <xsd:enumeration value="Ready to Review"/>
          <xsd:enumeration value="Complete"/>
          <xsd:enumeration value="Working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9f14b95-789e-40d6-8c96-5e9cb7a3146a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d29b5353-a9a8-4096-a487-da5c02bb385e}" ma:internalName="TaxCatchAll" ma:showField="CatchAllData" ma:web="99f14b95-789e-40d6-8c96-5e9cb7a3146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98DB727-AC34-4C30-9E68-EF6F01841F9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6E78B35-E5AF-4E3E-91F0-CAEA0A25F1CA}">
  <ds:schemaRefs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d8f5ae6a-ec56-40f2-bc7a-3e59f76e0214"/>
    <ds:schemaRef ds:uri="99f14b95-789e-40d6-8c96-5e9cb7a3146a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D484A3DA-4566-4872-AD6D-3AC675238C1C}">
  <ds:schemaRefs>
    <ds:schemaRef ds:uri="99f14b95-789e-40d6-8c96-5e9cb7a3146a"/>
    <ds:schemaRef ds:uri="d8f5ae6a-ec56-40f2-bc7a-3e59f76e0214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Metadata/LabelInfo.xml><?xml version="1.0" encoding="utf-8"?>
<clbl:labelList xmlns:clbl="http://schemas.microsoft.com/office/2020/mipLabelMetadata">
  <clbl:label id="{4a7f5a41-0404-40fd-809c-566cba2a1a3d}" enabled="0" method="" siteId="{4a7f5a41-0404-40fd-809c-566cba2a1a3d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Accenture 2020</Template>
  <TotalTime>0</TotalTime>
  <Words>582</Words>
  <Application>Microsoft Office PowerPoint</Application>
  <PresentationFormat>Widescreen</PresentationFormat>
  <Paragraphs>141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15</vt:i4>
      </vt:variant>
    </vt:vector>
  </HeadingPairs>
  <TitlesOfParts>
    <vt:vector size="17" baseType="lpstr">
      <vt:lpstr>Accenture 2020</vt:lpstr>
      <vt:lpstr>Groundswell</vt:lpstr>
      <vt:lpstr>BPS Sprint 2.1 Review</vt:lpstr>
      <vt:lpstr>Agenda</vt:lpstr>
      <vt:lpstr>BPS Program Goals</vt:lpstr>
      <vt:lpstr>Sprint Overview</vt:lpstr>
      <vt:lpstr>Next Iteration</vt:lpstr>
      <vt:lpstr>Sprint 2.1 Overview</vt:lpstr>
      <vt:lpstr>Sprint Velocity</vt:lpstr>
      <vt:lpstr>Demo</vt:lpstr>
      <vt:lpstr>Feedback</vt:lpstr>
      <vt:lpstr>Demo Notes</vt:lpstr>
      <vt:lpstr>Story Overview</vt:lpstr>
      <vt:lpstr>Story Overview (cont.)</vt:lpstr>
      <vt:lpstr>Looking Ahead</vt:lpstr>
      <vt:lpstr>Next Sprint</vt:lpstr>
      <vt:lpstr>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Darryl Price</cp:lastModifiedBy>
  <cp:revision>2</cp:revision>
  <dcterms:created xsi:type="dcterms:W3CDTF">2026-08-12T18:53:41Z</dcterms:created>
  <dcterms:modified xsi:type="dcterms:W3CDTF">2026-09-16T18:29:02Z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0x010100D8A32C4F77C3334C8BFEB5332318D1AA</vt:lpwstr>
  </property>
  <property fmtid="{D5CDD505-2E9C-101B-9397-08002B2CF9AE}" pid="3" name="MediaServiceImageTags">
    <vt:lpwstr/>
  </property>
</Properties>
</file>